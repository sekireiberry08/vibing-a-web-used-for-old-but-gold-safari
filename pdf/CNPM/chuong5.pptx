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98" r:id="rId1"/>
  </p:sldMasterIdLst>
  <p:notesMasterIdLst>
    <p:notesMasterId r:id="rId52"/>
  </p:notesMasterIdLst>
  <p:handoutMasterIdLst>
    <p:handoutMasterId r:id="rId53"/>
  </p:handoutMasterIdLst>
  <p:sldIdLst>
    <p:sldId id="311" r:id="rId2"/>
    <p:sldId id="281" r:id="rId3"/>
    <p:sldId id="282" r:id="rId4"/>
    <p:sldId id="280" r:id="rId5"/>
    <p:sldId id="283" r:id="rId6"/>
    <p:sldId id="285" r:id="rId7"/>
    <p:sldId id="284" r:id="rId8"/>
    <p:sldId id="314" r:id="rId9"/>
    <p:sldId id="287" r:id="rId10"/>
    <p:sldId id="257" r:id="rId11"/>
    <p:sldId id="288" r:id="rId12"/>
    <p:sldId id="258" r:id="rId13"/>
    <p:sldId id="315" r:id="rId14"/>
    <p:sldId id="289" r:id="rId15"/>
    <p:sldId id="290" r:id="rId16"/>
    <p:sldId id="259" r:id="rId17"/>
    <p:sldId id="332" r:id="rId18"/>
    <p:sldId id="316" r:id="rId19"/>
    <p:sldId id="333" r:id="rId20"/>
    <p:sldId id="299" r:id="rId21"/>
    <p:sldId id="342" r:id="rId22"/>
    <p:sldId id="346" r:id="rId23"/>
    <p:sldId id="347" r:id="rId24"/>
    <p:sldId id="349" r:id="rId25"/>
    <p:sldId id="350" r:id="rId26"/>
    <p:sldId id="320" r:id="rId27"/>
    <p:sldId id="291" r:id="rId28"/>
    <p:sldId id="292" r:id="rId29"/>
    <p:sldId id="351" r:id="rId30"/>
    <p:sldId id="352" r:id="rId31"/>
    <p:sldId id="353" r:id="rId32"/>
    <p:sldId id="355" r:id="rId33"/>
    <p:sldId id="326" r:id="rId34"/>
    <p:sldId id="323" r:id="rId35"/>
    <p:sldId id="294" r:id="rId36"/>
    <p:sldId id="295" r:id="rId37"/>
    <p:sldId id="270" r:id="rId38"/>
    <p:sldId id="271" r:id="rId39"/>
    <p:sldId id="302" r:id="rId40"/>
    <p:sldId id="272" r:id="rId41"/>
    <p:sldId id="274" r:id="rId42"/>
    <p:sldId id="273" r:id="rId43"/>
    <p:sldId id="341" r:id="rId44"/>
    <p:sldId id="321" r:id="rId45"/>
    <p:sldId id="298" r:id="rId46"/>
    <p:sldId id="327" r:id="rId47"/>
    <p:sldId id="328" r:id="rId48"/>
    <p:sldId id="329" r:id="rId49"/>
    <p:sldId id="330" r:id="rId50"/>
    <p:sldId id="331" r:id="rId51"/>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154"/>
    <p:restoredTop sz="63822" autoAdjust="0"/>
  </p:normalViewPr>
  <p:slideViewPr>
    <p:cSldViewPr snapToGrid="0" snapToObjects="1">
      <p:cViewPr varScale="1">
        <p:scale>
          <a:sx n="76" d="100"/>
          <a:sy n="76" d="100"/>
        </p:scale>
        <p:origin x="1920" y="192"/>
      </p:cViewPr>
      <p:guideLst>
        <p:guide orient="horz" pos="2160"/>
        <p:guide pos="3840"/>
      </p:guideLst>
    </p:cSldViewPr>
  </p:slideViewPr>
  <p:notesTextViewPr>
    <p:cViewPr>
      <p:scale>
        <a:sx n="100" d="100"/>
        <a:sy n="100" d="100"/>
      </p:scale>
      <p:origin x="0" y="0"/>
    </p:cViewPr>
  </p:notesTextViewPr>
  <p:sorterViewPr>
    <p:cViewPr>
      <p:scale>
        <a:sx n="100" d="100"/>
        <a:sy n="100" d="100"/>
      </p:scale>
      <p:origin x="0" y="8248"/>
    </p:cViewPr>
  </p:sorterViewPr>
  <p:notesViewPr>
    <p:cSldViewPr snapToGrid="0" snapToObjects="1">
      <p:cViewPr varScale="1">
        <p:scale>
          <a:sx n="57" d="100"/>
          <a:sy n="57" d="100"/>
        </p:scale>
        <p:origin x="2832"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8" Type="http://schemas.microsoft.com/office/2016/11/relationships/changesInfo" Target="changesInfos/changesInfo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h Nguyen Duc" userId="04a5c95d-4a59-4e21-b199-e9922fb46c5c" providerId="ADAL" clId="{278F8EDD-80DF-4C37-AD39-07C11591B0CD}"/>
    <pc:docChg chg="undo redo custSel addSld delSld modSld">
      <pc:chgData name="Anh Nguyen Duc" userId="04a5c95d-4a59-4e21-b199-e9922fb46c5c" providerId="ADAL" clId="{278F8EDD-80DF-4C37-AD39-07C11591B0CD}" dt="2022-10-04T21:45:29.679" v="149" actId="15"/>
      <pc:docMkLst>
        <pc:docMk/>
      </pc:docMkLst>
      <pc:sldChg chg="del">
        <pc:chgData name="Anh Nguyen Duc" userId="04a5c95d-4a59-4e21-b199-e9922fb46c5c" providerId="ADAL" clId="{278F8EDD-80DF-4C37-AD39-07C11591B0CD}" dt="2022-10-04T21:39:15.808" v="34" actId="47"/>
        <pc:sldMkLst>
          <pc:docMk/>
          <pc:sldMk cId="1844327261" sldId="319"/>
        </pc:sldMkLst>
      </pc:sldChg>
      <pc:sldChg chg="addSp delSp modSp new mod">
        <pc:chgData name="Anh Nguyen Duc" userId="04a5c95d-4a59-4e21-b199-e9922fb46c5c" providerId="ADAL" clId="{278F8EDD-80DF-4C37-AD39-07C11591B0CD}" dt="2022-10-04T21:37:23.922" v="21" actId="478"/>
        <pc:sldMkLst>
          <pc:docMk/>
          <pc:sldMk cId="1747928427" sldId="342"/>
        </pc:sldMkLst>
        <pc:picChg chg="add mod modCrop">
          <ac:chgData name="Anh Nguyen Duc" userId="04a5c95d-4a59-4e21-b199-e9922fb46c5c" providerId="ADAL" clId="{278F8EDD-80DF-4C37-AD39-07C11591B0CD}" dt="2022-10-04T21:34:55.990" v="10" actId="1076"/>
          <ac:picMkLst>
            <pc:docMk/>
            <pc:sldMk cId="1747928427" sldId="342"/>
            <ac:picMk id="8" creationId="{245920D4-9EA1-0826-1087-D50443151226}"/>
          </ac:picMkLst>
        </pc:picChg>
        <pc:picChg chg="add mod modCrop">
          <ac:chgData name="Anh Nguyen Duc" userId="04a5c95d-4a59-4e21-b199-e9922fb46c5c" providerId="ADAL" clId="{278F8EDD-80DF-4C37-AD39-07C11591B0CD}" dt="2022-10-04T21:34:55.990" v="10" actId="1076"/>
          <ac:picMkLst>
            <pc:docMk/>
            <pc:sldMk cId="1747928427" sldId="342"/>
            <ac:picMk id="9" creationId="{210FC46F-81F9-E800-78F6-26C9388998D9}"/>
          </ac:picMkLst>
        </pc:picChg>
        <pc:picChg chg="add mod modCrop">
          <ac:chgData name="Anh Nguyen Duc" userId="04a5c95d-4a59-4e21-b199-e9922fb46c5c" providerId="ADAL" clId="{278F8EDD-80DF-4C37-AD39-07C11591B0CD}" dt="2022-10-04T21:35:20.165" v="14" actId="1076"/>
          <ac:picMkLst>
            <pc:docMk/>
            <pc:sldMk cId="1747928427" sldId="342"/>
            <ac:picMk id="11" creationId="{D5ABE24C-AF93-0FDD-D04F-2C58B7429DA4}"/>
          </ac:picMkLst>
        </pc:picChg>
        <pc:picChg chg="add del mod modCrop">
          <ac:chgData name="Anh Nguyen Duc" userId="04a5c95d-4a59-4e21-b199-e9922fb46c5c" providerId="ADAL" clId="{278F8EDD-80DF-4C37-AD39-07C11591B0CD}" dt="2022-10-04T21:37:23.922" v="21" actId="478"/>
          <ac:picMkLst>
            <pc:docMk/>
            <pc:sldMk cId="1747928427" sldId="342"/>
            <ac:picMk id="13" creationId="{04D90450-A38C-B6EB-BFF6-8D8F516A5B9B}"/>
          </ac:picMkLst>
        </pc:picChg>
      </pc:sldChg>
      <pc:sldChg chg="addSp delSp modSp add mod">
        <pc:chgData name="Anh Nguyen Duc" userId="04a5c95d-4a59-4e21-b199-e9922fb46c5c" providerId="ADAL" clId="{278F8EDD-80DF-4C37-AD39-07C11591B0CD}" dt="2022-10-04T21:38:11.947" v="33" actId="14100"/>
        <pc:sldMkLst>
          <pc:docMk/>
          <pc:sldMk cId="692627338" sldId="343"/>
        </pc:sldMkLst>
        <pc:picChg chg="del mod">
          <ac:chgData name="Anh Nguyen Duc" userId="04a5c95d-4a59-4e21-b199-e9922fb46c5c" providerId="ADAL" clId="{278F8EDD-80DF-4C37-AD39-07C11591B0CD}" dt="2022-10-04T21:37:27.876" v="23" actId="478"/>
          <ac:picMkLst>
            <pc:docMk/>
            <pc:sldMk cId="692627338" sldId="343"/>
            <ac:picMk id="8" creationId="{245920D4-9EA1-0826-1087-D50443151226}"/>
          </ac:picMkLst>
        </pc:picChg>
        <pc:picChg chg="del">
          <ac:chgData name="Anh Nguyen Duc" userId="04a5c95d-4a59-4e21-b199-e9922fb46c5c" providerId="ADAL" clId="{278F8EDD-80DF-4C37-AD39-07C11591B0CD}" dt="2022-10-04T21:37:29.193" v="24" actId="478"/>
          <ac:picMkLst>
            <pc:docMk/>
            <pc:sldMk cId="692627338" sldId="343"/>
            <ac:picMk id="9" creationId="{210FC46F-81F9-E800-78F6-26C9388998D9}"/>
          </ac:picMkLst>
        </pc:picChg>
        <pc:picChg chg="add mod modCrop">
          <ac:chgData name="Anh Nguyen Duc" userId="04a5c95d-4a59-4e21-b199-e9922fb46c5c" providerId="ADAL" clId="{278F8EDD-80DF-4C37-AD39-07C11591B0CD}" dt="2022-10-04T21:38:11.947" v="33" actId="14100"/>
          <ac:picMkLst>
            <pc:docMk/>
            <pc:sldMk cId="692627338" sldId="343"/>
            <ac:picMk id="10" creationId="{CE8C67AF-1F16-A38A-BFE1-BFC240317562}"/>
          </ac:picMkLst>
        </pc:picChg>
        <pc:picChg chg="del">
          <ac:chgData name="Anh Nguyen Duc" userId="04a5c95d-4a59-4e21-b199-e9922fb46c5c" providerId="ADAL" clId="{278F8EDD-80DF-4C37-AD39-07C11591B0CD}" dt="2022-10-04T21:37:30.634" v="25" actId="478"/>
          <ac:picMkLst>
            <pc:docMk/>
            <pc:sldMk cId="692627338" sldId="343"/>
            <ac:picMk id="11" creationId="{D5ABE24C-AF93-0FDD-D04F-2C58B7429DA4}"/>
          </ac:picMkLst>
        </pc:picChg>
        <pc:picChg chg="mod">
          <ac:chgData name="Anh Nguyen Duc" userId="04a5c95d-4a59-4e21-b199-e9922fb46c5c" providerId="ADAL" clId="{278F8EDD-80DF-4C37-AD39-07C11591B0CD}" dt="2022-10-04T21:37:35.790" v="26" actId="1076"/>
          <ac:picMkLst>
            <pc:docMk/>
            <pc:sldMk cId="692627338" sldId="343"/>
            <ac:picMk id="13" creationId="{04D90450-A38C-B6EB-BFF6-8D8F516A5B9B}"/>
          </ac:picMkLst>
        </pc:picChg>
      </pc:sldChg>
      <pc:sldChg chg="addSp modSp new mod">
        <pc:chgData name="Anh Nguyen Duc" userId="04a5c95d-4a59-4e21-b199-e9922fb46c5c" providerId="ADAL" clId="{278F8EDD-80DF-4C37-AD39-07C11591B0CD}" dt="2022-10-04T21:42:03.172" v="74" actId="20577"/>
        <pc:sldMkLst>
          <pc:docMk/>
          <pc:sldMk cId="3993419221" sldId="344"/>
        </pc:sldMkLst>
        <pc:spChg chg="mod">
          <ac:chgData name="Anh Nguyen Duc" userId="04a5c95d-4a59-4e21-b199-e9922fb46c5c" providerId="ADAL" clId="{278F8EDD-80DF-4C37-AD39-07C11591B0CD}" dt="2022-10-04T21:42:03.172" v="74" actId="20577"/>
          <ac:spMkLst>
            <pc:docMk/>
            <pc:sldMk cId="3993419221" sldId="344"/>
            <ac:spMk id="3" creationId="{C652A9D2-51B1-13F8-8712-11817D1D1986}"/>
          </ac:spMkLst>
        </pc:spChg>
        <pc:picChg chg="add mod">
          <ac:chgData name="Anh Nguyen Duc" userId="04a5c95d-4a59-4e21-b199-e9922fb46c5c" providerId="ADAL" clId="{278F8EDD-80DF-4C37-AD39-07C11591B0CD}" dt="2022-10-04T21:41:43.771" v="59" actId="14100"/>
          <ac:picMkLst>
            <pc:docMk/>
            <pc:sldMk cId="3993419221" sldId="344"/>
            <ac:picMk id="8" creationId="{84E36087-C5FE-C66A-3DF8-9A1473516B3F}"/>
          </ac:picMkLst>
        </pc:picChg>
        <pc:picChg chg="add mod">
          <ac:chgData name="Anh Nguyen Duc" userId="04a5c95d-4a59-4e21-b199-e9922fb46c5c" providerId="ADAL" clId="{278F8EDD-80DF-4C37-AD39-07C11591B0CD}" dt="2022-10-04T21:41:56.761" v="63" actId="1076"/>
          <ac:picMkLst>
            <pc:docMk/>
            <pc:sldMk cId="3993419221" sldId="344"/>
            <ac:picMk id="10" creationId="{9912A009-4F4C-F013-19DD-0667619882C3}"/>
          </ac:picMkLst>
        </pc:picChg>
      </pc:sldChg>
      <pc:sldChg chg="addSp delSp modSp add mod">
        <pc:chgData name="Anh Nguyen Duc" userId="04a5c95d-4a59-4e21-b199-e9922fb46c5c" providerId="ADAL" clId="{278F8EDD-80DF-4C37-AD39-07C11591B0CD}" dt="2022-10-04T21:45:29.679" v="149" actId="15"/>
        <pc:sldMkLst>
          <pc:docMk/>
          <pc:sldMk cId="4171851541" sldId="345"/>
        </pc:sldMkLst>
        <pc:spChg chg="mod">
          <ac:chgData name="Anh Nguyen Duc" userId="04a5c95d-4a59-4e21-b199-e9922fb46c5c" providerId="ADAL" clId="{278F8EDD-80DF-4C37-AD39-07C11591B0CD}" dt="2022-10-04T21:45:29.679" v="149" actId="15"/>
          <ac:spMkLst>
            <pc:docMk/>
            <pc:sldMk cId="4171851541" sldId="345"/>
            <ac:spMk id="3" creationId="{C652A9D2-51B1-13F8-8712-11817D1D1986}"/>
          </ac:spMkLst>
        </pc:spChg>
        <pc:picChg chg="del">
          <ac:chgData name="Anh Nguyen Duc" userId="04a5c95d-4a59-4e21-b199-e9922fb46c5c" providerId="ADAL" clId="{278F8EDD-80DF-4C37-AD39-07C11591B0CD}" dt="2022-10-04T21:43:21.831" v="96" actId="478"/>
          <ac:picMkLst>
            <pc:docMk/>
            <pc:sldMk cId="4171851541" sldId="345"/>
            <ac:picMk id="8" creationId="{84E36087-C5FE-C66A-3DF8-9A1473516B3F}"/>
          </ac:picMkLst>
        </pc:picChg>
        <pc:picChg chg="add mod">
          <ac:chgData name="Anh Nguyen Duc" userId="04a5c95d-4a59-4e21-b199-e9922fb46c5c" providerId="ADAL" clId="{278F8EDD-80DF-4C37-AD39-07C11591B0CD}" dt="2022-10-04T21:43:39.134" v="100" actId="1076"/>
          <ac:picMkLst>
            <pc:docMk/>
            <pc:sldMk cId="4171851541" sldId="345"/>
            <ac:picMk id="9" creationId="{D1B7ACAB-5ADA-2BB3-2E44-D06F47AC07BE}"/>
          </ac:picMkLst>
        </pc:picChg>
        <pc:picChg chg="del">
          <ac:chgData name="Anh Nguyen Duc" userId="04a5c95d-4a59-4e21-b199-e9922fb46c5c" providerId="ADAL" clId="{278F8EDD-80DF-4C37-AD39-07C11591B0CD}" dt="2022-10-04T21:43:24.055" v="97" actId="478"/>
          <ac:picMkLst>
            <pc:docMk/>
            <pc:sldMk cId="4171851541" sldId="345"/>
            <ac:picMk id="10" creationId="{9912A009-4F4C-F013-19DD-0667619882C3}"/>
          </ac:picMkLst>
        </pc:picChg>
        <pc:picChg chg="add mod">
          <ac:chgData name="Anh Nguyen Duc" userId="04a5c95d-4a59-4e21-b199-e9922fb46c5c" providerId="ADAL" clId="{278F8EDD-80DF-4C37-AD39-07C11591B0CD}" dt="2022-10-04T21:43:55.464" v="104" actId="14100"/>
          <ac:picMkLst>
            <pc:docMk/>
            <pc:sldMk cId="4171851541" sldId="345"/>
            <ac:picMk id="12" creationId="{8E68938D-344D-8F93-858E-74E6A64EEFA4}"/>
          </ac:picMkLst>
        </pc:picChg>
      </pc:sldChg>
    </pc:docChg>
  </pc:docChgLst>
  <pc:docChgLst>
    <pc:chgData name="Anh Nguyen Duc" userId="04a5c95d-4a59-4e21-b199-e9922fb46c5c" providerId="ADAL" clId="{C5186647-6FD6-4B1D-88DE-0FC5DC21A289}"/>
    <pc:docChg chg="custSel modSld">
      <pc:chgData name="Anh Nguyen Duc" userId="04a5c95d-4a59-4e21-b199-e9922fb46c5c" providerId="ADAL" clId="{C5186647-6FD6-4B1D-88DE-0FC5DC21A289}" dt="2023-02-22T07:55:03.150" v="61" actId="20577"/>
      <pc:docMkLst>
        <pc:docMk/>
      </pc:docMkLst>
      <pc:sldChg chg="modSp mod">
        <pc:chgData name="Anh Nguyen Duc" userId="04a5c95d-4a59-4e21-b199-e9922fb46c5c" providerId="ADAL" clId="{C5186647-6FD6-4B1D-88DE-0FC5DC21A289}" dt="2023-02-22T06:56:34.462" v="0" actId="20577"/>
        <pc:sldMkLst>
          <pc:docMk/>
          <pc:sldMk cId="2619597383" sldId="324"/>
        </pc:sldMkLst>
        <pc:spChg chg="mod">
          <ac:chgData name="Anh Nguyen Duc" userId="04a5c95d-4a59-4e21-b199-e9922fb46c5c" providerId="ADAL" clId="{C5186647-6FD6-4B1D-88DE-0FC5DC21A289}" dt="2023-02-22T06:56:34.462" v="0" actId="20577"/>
          <ac:spMkLst>
            <pc:docMk/>
            <pc:sldMk cId="2619597383" sldId="324"/>
            <ac:spMk id="8" creationId="{00000000-0000-0000-0000-000000000000}"/>
          </ac:spMkLst>
        </pc:spChg>
      </pc:sldChg>
      <pc:sldChg chg="modSp mod">
        <pc:chgData name="Anh Nguyen Duc" userId="04a5c95d-4a59-4e21-b199-e9922fb46c5c" providerId="ADAL" clId="{C5186647-6FD6-4B1D-88DE-0FC5DC21A289}" dt="2023-02-22T07:55:03.150" v="61" actId="20577"/>
        <pc:sldMkLst>
          <pc:docMk/>
          <pc:sldMk cId="1747928427" sldId="342"/>
        </pc:sldMkLst>
        <pc:spChg chg="mod">
          <ac:chgData name="Anh Nguyen Duc" userId="04a5c95d-4a59-4e21-b199-e9922fb46c5c" providerId="ADAL" clId="{C5186647-6FD6-4B1D-88DE-0FC5DC21A289}" dt="2023-02-22T07:55:03.150" v="61" actId="20577"/>
          <ac:spMkLst>
            <pc:docMk/>
            <pc:sldMk cId="1747928427" sldId="342"/>
            <ac:spMk id="7" creationId="{E3FC2797-3996-6224-98A4-031038DC19BE}"/>
          </ac:spMkLst>
        </pc:spChg>
      </pc:sldChg>
    </pc:docChg>
  </pc:docChgLst>
  <pc:docChgLst>
    <pc:chgData name="Anh Nguyen Duc" userId="04a5c95d-4a59-4e21-b199-e9922fb46c5c" providerId="ADAL" clId="{0F75E0C4-8CD5-498D-8969-2124E64C3604}"/>
    <pc:docChg chg="delSld">
      <pc:chgData name="Anh Nguyen Duc" userId="04a5c95d-4a59-4e21-b199-e9922fb46c5c" providerId="ADAL" clId="{0F75E0C4-8CD5-498D-8969-2124E64C3604}" dt="2023-01-01T20:11:08.341" v="1" actId="47"/>
      <pc:docMkLst>
        <pc:docMk/>
      </pc:docMkLst>
      <pc:sldChg chg="del">
        <pc:chgData name="Anh Nguyen Duc" userId="04a5c95d-4a59-4e21-b199-e9922fb46c5c" providerId="ADAL" clId="{0F75E0C4-8CD5-498D-8969-2124E64C3604}" dt="2023-01-01T20:11:08.341" v="1" actId="47"/>
        <pc:sldMkLst>
          <pc:docMk/>
          <pc:sldMk cId="0" sldId="260"/>
        </pc:sldMkLst>
      </pc:sldChg>
      <pc:sldChg chg="del">
        <pc:chgData name="Anh Nguyen Duc" userId="04a5c95d-4a59-4e21-b199-e9922fb46c5c" providerId="ADAL" clId="{0F75E0C4-8CD5-498D-8969-2124E64C3604}" dt="2023-01-01T20:10:53.770" v="0" actId="47"/>
        <pc:sldMkLst>
          <pc:docMk/>
          <pc:sldMk cId="410618047" sldId="318"/>
        </pc:sldMkLst>
      </pc:sldChg>
    </pc:docChg>
  </pc:docChgLst>
  <pc:docChgLst>
    <pc:chgData name="Anh Nguyen Duc" userId="04a5c95d-4a59-4e21-b199-e9922fb46c5c" providerId="ADAL" clId="{26081791-D5D7-4492-8387-57BE4A7A28C3}"/>
    <pc:docChg chg="custSel addSld delSld modSld">
      <pc:chgData name="Anh Nguyen Duc" userId="04a5c95d-4a59-4e21-b199-e9922fb46c5c" providerId="ADAL" clId="{26081791-D5D7-4492-8387-57BE4A7A28C3}" dt="2023-02-01T10:22:45.442" v="213" actId="1076"/>
      <pc:docMkLst>
        <pc:docMk/>
      </pc:docMkLst>
      <pc:sldChg chg="del">
        <pc:chgData name="Anh Nguyen Duc" userId="04a5c95d-4a59-4e21-b199-e9922fb46c5c" providerId="ADAL" clId="{26081791-D5D7-4492-8387-57BE4A7A28C3}" dt="2023-02-01T10:16:27.010" v="34" actId="47"/>
        <pc:sldMkLst>
          <pc:docMk/>
          <pc:sldMk cId="0" sldId="262"/>
        </pc:sldMkLst>
      </pc:sldChg>
      <pc:sldChg chg="del">
        <pc:chgData name="Anh Nguyen Duc" userId="04a5c95d-4a59-4e21-b199-e9922fb46c5c" providerId="ADAL" clId="{26081791-D5D7-4492-8387-57BE4A7A28C3}" dt="2023-02-01T10:18:22.040" v="61" actId="47"/>
        <pc:sldMkLst>
          <pc:docMk/>
          <pc:sldMk cId="0" sldId="263"/>
        </pc:sldMkLst>
      </pc:sldChg>
      <pc:sldChg chg="del">
        <pc:chgData name="Anh Nguyen Duc" userId="04a5c95d-4a59-4e21-b199-e9922fb46c5c" providerId="ADAL" clId="{26081791-D5D7-4492-8387-57BE4A7A28C3}" dt="2023-02-01T10:19:47.684" v="105" actId="47"/>
        <pc:sldMkLst>
          <pc:docMk/>
          <pc:sldMk cId="0" sldId="264"/>
        </pc:sldMkLst>
      </pc:sldChg>
      <pc:sldChg chg="del">
        <pc:chgData name="Anh Nguyen Duc" userId="04a5c95d-4a59-4e21-b199-e9922fb46c5c" providerId="ADAL" clId="{26081791-D5D7-4492-8387-57BE4A7A28C3}" dt="2023-02-01T10:19:50.663" v="106" actId="47"/>
        <pc:sldMkLst>
          <pc:docMk/>
          <pc:sldMk cId="0" sldId="265"/>
        </pc:sldMkLst>
      </pc:sldChg>
      <pc:sldChg chg="del">
        <pc:chgData name="Anh Nguyen Duc" userId="04a5c95d-4a59-4e21-b199-e9922fb46c5c" providerId="ADAL" clId="{26081791-D5D7-4492-8387-57BE4A7A28C3}" dt="2023-02-01T10:20:03.804" v="107" actId="47"/>
        <pc:sldMkLst>
          <pc:docMk/>
          <pc:sldMk cId="0" sldId="266"/>
        </pc:sldMkLst>
      </pc:sldChg>
      <pc:sldChg chg="del">
        <pc:chgData name="Anh Nguyen Duc" userId="04a5c95d-4a59-4e21-b199-e9922fb46c5c" providerId="ADAL" clId="{26081791-D5D7-4492-8387-57BE4A7A28C3}" dt="2023-02-01T10:20:03.804" v="107" actId="47"/>
        <pc:sldMkLst>
          <pc:docMk/>
          <pc:sldMk cId="0" sldId="268"/>
        </pc:sldMkLst>
      </pc:sldChg>
      <pc:sldChg chg="modSp mod">
        <pc:chgData name="Anh Nguyen Duc" userId="04a5c95d-4a59-4e21-b199-e9922fb46c5c" providerId="ADAL" clId="{26081791-D5D7-4492-8387-57BE4A7A28C3}" dt="2023-02-01T10:19:12.449" v="95" actId="6549"/>
        <pc:sldMkLst>
          <pc:docMk/>
          <pc:sldMk cId="0" sldId="292"/>
        </pc:sldMkLst>
        <pc:spChg chg="mod">
          <ac:chgData name="Anh Nguyen Duc" userId="04a5c95d-4a59-4e21-b199-e9922fb46c5c" providerId="ADAL" clId="{26081791-D5D7-4492-8387-57BE4A7A28C3}" dt="2023-02-01T10:19:12.449" v="95" actId="6549"/>
          <ac:spMkLst>
            <pc:docMk/>
            <pc:sldMk cId="0" sldId="292"/>
            <ac:spMk id="3" creationId="{00000000-0000-0000-0000-000000000000}"/>
          </ac:spMkLst>
        </pc:spChg>
      </pc:sldChg>
      <pc:sldChg chg="del">
        <pc:chgData name="Anh Nguyen Duc" userId="04a5c95d-4a59-4e21-b199-e9922fb46c5c" providerId="ADAL" clId="{26081791-D5D7-4492-8387-57BE4A7A28C3}" dt="2023-02-01T10:20:03.804" v="107" actId="47"/>
        <pc:sldMkLst>
          <pc:docMk/>
          <pc:sldMk cId="0" sldId="293"/>
        </pc:sldMkLst>
      </pc:sldChg>
      <pc:sldChg chg="delSp modSp mod">
        <pc:chgData name="Anh Nguyen Duc" userId="04a5c95d-4a59-4e21-b199-e9922fb46c5c" providerId="ADAL" clId="{26081791-D5D7-4492-8387-57BE4A7A28C3}" dt="2023-02-01T10:15:28.237" v="12"/>
        <pc:sldMkLst>
          <pc:docMk/>
          <pc:sldMk cId="0" sldId="299"/>
        </pc:sldMkLst>
        <pc:spChg chg="mod">
          <ac:chgData name="Anh Nguyen Duc" userId="04a5c95d-4a59-4e21-b199-e9922fb46c5c" providerId="ADAL" clId="{26081791-D5D7-4492-8387-57BE4A7A28C3}" dt="2023-02-01T10:15:24.242" v="9" actId="27636"/>
          <ac:spMkLst>
            <pc:docMk/>
            <pc:sldMk cId="0" sldId="299"/>
            <ac:spMk id="3" creationId="{00000000-0000-0000-0000-000000000000}"/>
          </ac:spMkLst>
        </pc:spChg>
        <pc:spChg chg="del mod">
          <ac:chgData name="Anh Nguyen Duc" userId="04a5c95d-4a59-4e21-b199-e9922fb46c5c" providerId="ADAL" clId="{26081791-D5D7-4492-8387-57BE4A7A28C3}" dt="2023-02-01T10:15:28.237" v="12"/>
          <ac:spMkLst>
            <pc:docMk/>
            <pc:sldMk cId="0" sldId="299"/>
            <ac:spMk id="7" creationId="{00000000-0000-0000-0000-000000000000}"/>
          </ac:spMkLst>
        </pc:spChg>
      </pc:sldChg>
      <pc:sldChg chg="del">
        <pc:chgData name="Anh Nguyen Duc" userId="04a5c95d-4a59-4e21-b199-e9922fb46c5c" providerId="ADAL" clId="{26081791-D5D7-4492-8387-57BE4A7A28C3}" dt="2023-02-01T10:20:03.804" v="107" actId="47"/>
        <pc:sldMkLst>
          <pc:docMk/>
          <pc:sldMk cId="2515802316" sldId="322"/>
        </pc:sldMkLst>
      </pc:sldChg>
      <pc:sldChg chg="modSp mod">
        <pc:chgData name="Anh Nguyen Duc" userId="04a5c95d-4a59-4e21-b199-e9922fb46c5c" providerId="ADAL" clId="{26081791-D5D7-4492-8387-57BE4A7A28C3}" dt="2023-02-01T10:18:36.483" v="92" actId="6549"/>
        <pc:sldMkLst>
          <pc:docMk/>
          <pc:sldMk cId="2619597383" sldId="324"/>
        </pc:sldMkLst>
        <pc:spChg chg="mod">
          <ac:chgData name="Anh Nguyen Duc" userId="04a5c95d-4a59-4e21-b199-e9922fb46c5c" providerId="ADAL" clId="{26081791-D5D7-4492-8387-57BE4A7A28C3}" dt="2023-02-01T10:18:36.483" v="92" actId="6549"/>
          <ac:spMkLst>
            <pc:docMk/>
            <pc:sldMk cId="2619597383" sldId="324"/>
            <ac:spMk id="8" creationId="{00000000-0000-0000-0000-000000000000}"/>
          </ac:spMkLst>
        </pc:spChg>
      </pc:sldChg>
      <pc:sldChg chg="del">
        <pc:chgData name="Anh Nguyen Duc" userId="04a5c95d-4a59-4e21-b199-e9922fb46c5c" providerId="ADAL" clId="{26081791-D5D7-4492-8387-57BE4A7A28C3}" dt="2023-02-01T10:20:03.804" v="107" actId="47"/>
        <pc:sldMkLst>
          <pc:docMk/>
          <pc:sldMk cId="3931140863" sldId="325"/>
        </pc:sldMkLst>
      </pc:sldChg>
      <pc:sldChg chg="addSp delSp modSp mod">
        <pc:chgData name="Anh Nguyen Duc" userId="04a5c95d-4a59-4e21-b199-e9922fb46c5c" providerId="ADAL" clId="{26081791-D5D7-4492-8387-57BE4A7A28C3}" dt="2023-02-01T10:16:04.236" v="31" actId="20577"/>
        <pc:sldMkLst>
          <pc:docMk/>
          <pc:sldMk cId="1747928427" sldId="342"/>
        </pc:sldMkLst>
        <pc:spChg chg="del">
          <ac:chgData name="Anh Nguyen Duc" userId="04a5c95d-4a59-4e21-b199-e9922fb46c5c" providerId="ADAL" clId="{26081791-D5D7-4492-8387-57BE4A7A28C3}" dt="2023-02-01T10:15:33.026" v="13" actId="478"/>
          <ac:spMkLst>
            <pc:docMk/>
            <pc:sldMk cId="1747928427" sldId="342"/>
            <ac:spMk id="2" creationId="{0693EC32-677C-5237-95A5-98D9E7714F8B}"/>
          </ac:spMkLst>
        </pc:spChg>
        <pc:spChg chg="del">
          <ac:chgData name="Anh Nguyen Duc" userId="04a5c95d-4a59-4e21-b199-e9922fb46c5c" providerId="ADAL" clId="{26081791-D5D7-4492-8387-57BE4A7A28C3}" dt="2023-02-01T10:15:33.026" v="13" actId="478"/>
          <ac:spMkLst>
            <pc:docMk/>
            <pc:sldMk cId="1747928427" sldId="342"/>
            <ac:spMk id="3" creationId="{B605FA85-3FF4-EEC2-527E-AB05A6F3B2BD}"/>
          </ac:spMkLst>
        </pc:spChg>
        <pc:spChg chg="del">
          <ac:chgData name="Anh Nguyen Duc" userId="04a5c95d-4a59-4e21-b199-e9922fb46c5c" providerId="ADAL" clId="{26081791-D5D7-4492-8387-57BE4A7A28C3}" dt="2023-02-01T10:15:33.026" v="13" actId="478"/>
          <ac:spMkLst>
            <pc:docMk/>
            <pc:sldMk cId="1747928427" sldId="342"/>
            <ac:spMk id="4" creationId="{7388E2F2-85EA-7D45-6108-700BAA3ED401}"/>
          </ac:spMkLst>
        </pc:spChg>
        <pc:spChg chg="del">
          <ac:chgData name="Anh Nguyen Duc" userId="04a5c95d-4a59-4e21-b199-e9922fb46c5c" providerId="ADAL" clId="{26081791-D5D7-4492-8387-57BE4A7A28C3}" dt="2023-02-01T10:15:33.026" v="13" actId="478"/>
          <ac:spMkLst>
            <pc:docMk/>
            <pc:sldMk cId="1747928427" sldId="342"/>
            <ac:spMk id="5" creationId="{7F61B441-BEC0-5D7E-9FF5-BAAC9D3F749A}"/>
          </ac:spMkLst>
        </pc:spChg>
        <pc:spChg chg="del">
          <ac:chgData name="Anh Nguyen Duc" userId="04a5c95d-4a59-4e21-b199-e9922fb46c5c" providerId="ADAL" clId="{26081791-D5D7-4492-8387-57BE4A7A28C3}" dt="2023-02-01T10:15:33.026" v="13" actId="478"/>
          <ac:spMkLst>
            <pc:docMk/>
            <pc:sldMk cId="1747928427" sldId="342"/>
            <ac:spMk id="6" creationId="{1C8107E1-8953-2F4B-2AB4-981EC62290B3}"/>
          </ac:spMkLst>
        </pc:spChg>
        <pc:spChg chg="add mod">
          <ac:chgData name="Anh Nguyen Duc" userId="04a5c95d-4a59-4e21-b199-e9922fb46c5c" providerId="ADAL" clId="{26081791-D5D7-4492-8387-57BE4A7A28C3}" dt="2023-02-01T10:16:04.236" v="31" actId="20577"/>
          <ac:spMkLst>
            <pc:docMk/>
            <pc:sldMk cId="1747928427" sldId="342"/>
            <ac:spMk id="7" creationId="{E3FC2797-3996-6224-98A4-031038DC19BE}"/>
          </ac:spMkLst>
        </pc:spChg>
        <pc:picChg chg="del">
          <ac:chgData name="Anh Nguyen Duc" userId="04a5c95d-4a59-4e21-b199-e9922fb46c5c" providerId="ADAL" clId="{26081791-D5D7-4492-8387-57BE4A7A28C3}" dt="2023-02-01T10:15:33.026" v="13" actId="478"/>
          <ac:picMkLst>
            <pc:docMk/>
            <pc:sldMk cId="1747928427" sldId="342"/>
            <ac:picMk id="8" creationId="{245920D4-9EA1-0826-1087-D50443151226}"/>
          </ac:picMkLst>
        </pc:picChg>
        <pc:picChg chg="del">
          <ac:chgData name="Anh Nguyen Duc" userId="04a5c95d-4a59-4e21-b199-e9922fb46c5c" providerId="ADAL" clId="{26081791-D5D7-4492-8387-57BE4A7A28C3}" dt="2023-02-01T10:15:33.026" v="13" actId="478"/>
          <ac:picMkLst>
            <pc:docMk/>
            <pc:sldMk cId="1747928427" sldId="342"/>
            <ac:picMk id="9" creationId="{210FC46F-81F9-E800-78F6-26C9388998D9}"/>
          </ac:picMkLst>
        </pc:picChg>
        <pc:picChg chg="del">
          <ac:chgData name="Anh Nguyen Duc" userId="04a5c95d-4a59-4e21-b199-e9922fb46c5c" providerId="ADAL" clId="{26081791-D5D7-4492-8387-57BE4A7A28C3}" dt="2023-02-01T10:15:33.026" v="13" actId="478"/>
          <ac:picMkLst>
            <pc:docMk/>
            <pc:sldMk cId="1747928427" sldId="342"/>
            <ac:picMk id="11" creationId="{D5ABE24C-AF93-0FDD-D04F-2C58B7429DA4}"/>
          </ac:picMkLst>
        </pc:picChg>
        <pc:picChg chg="add mod">
          <ac:chgData name="Anh Nguyen Duc" userId="04a5c95d-4a59-4e21-b199-e9922fb46c5c" providerId="ADAL" clId="{26081791-D5D7-4492-8387-57BE4A7A28C3}" dt="2023-02-01T10:15:55.538" v="20" actId="1076"/>
          <ac:picMkLst>
            <pc:docMk/>
            <pc:sldMk cId="1747928427" sldId="342"/>
            <ac:picMk id="1026" creationId="{9BE415DC-2D29-A889-73E1-71D600F18337}"/>
          </ac:picMkLst>
        </pc:picChg>
      </pc:sldChg>
      <pc:sldChg chg="del">
        <pc:chgData name="Anh Nguyen Duc" userId="04a5c95d-4a59-4e21-b199-e9922fb46c5c" providerId="ADAL" clId="{26081791-D5D7-4492-8387-57BE4A7A28C3}" dt="2023-02-01T10:16:23.142" v="33" actId="47"/>
        <pc:sldMkLst>
          <pc:docMk/>
          <pc:sldMk cId="692627338" sldId="343"/>
        </pc:sldMkLst>
      </pc:sldChg>
      <pc:sldChg chg="delSp del mod">
        <pc:chgData name="Anh Nguyen Duc" userId="04a5c95d-4a59-4e21-b199-e9922fb46c5c" providerId="ADAL" clId="{26081791-D5D7-4492-8387-57BE4A7A28C3}" dt="2023-02-01T10:19:41.430" v="103" actId="47"/>
        <pc:sldMkLst>
          <pc:docMk/>
          <pc:sldMk cId="3993419221" sldId="344"/>
        </pc:sldMkLst>
        <pc:picChg chg="del">
          <ac:chgData name="Anh Nguyen Duc" userId="04a5c95d-4a59-4e21-b199-e9922fb46c5c" providerId="ADAL" clId="{26081791-D5D7-4492-8387-57BE4A7A28C3}" dt="2023-02-01T10:19:17.967" v="96" actId="478"/>
          <ac:picMkLst>
            <pc:docMk/>
            <pc:sldMk cId="3993419221" sldId="344"/>
            <ac:picMk id="10" creationId="{9912A009-4F4C-F013-19DD-0667619882C3}"/>
          </ac:picMkLst>
        </pc:picChg>
      </pc:sldChg>
      <pc:sldChg chg="del">
        <pc:chgData name="Anh Nguyen Duc" userId="04a5c95d-4a59-4e21-b199-e9922fb46c5c" providerId="ADAL" clId="{26081791-D5D7-4492-8387-57BE4A7A28C3}" dt="2023-02-01T10:19:44.496" v="104" actId="47"/>
        <pc:sldMkLst>
          <pc:docMk/>
          <pc:sldMk cId="4171851541" sldId="345"/>
        </pc:sldMkLst>
      </pc:sldChg>
      <pc:sldChg chg="addSp modSp add">
        <pc:chgData name="Anh Nguyen Duc" userId="04a5c95d-4a59-4e21-b199-e9922fb46c5c" providerId="ADAL" clId="{26081791-D5D7-4492-8387-57BE4A7A28C3}" dt="2023-02-01T10:16:49.442" v="42" actId="14100"/>
        <pc:sldMkLst>
          <pc:docMk/>
          <pc:sldMk cId="1104608079" sldId="346"/>
        </pc:sldMkLst>
        <pc:picChg chg="mod">
          <ac:chgData name="Anh Nguyen Duc" userId="04a5c95d-4a59-4e21-b199-e9922fb46c5c" providerId="ADAL" clId="{26081791-D5D7-4492-8387-57BE4A7A28C3}" dt="2023-02-01T10:16:43.651" v="39" actId="1076"/>
          <ac:picMkLst>
            <pc:docMk/>
            <pc:sldMk cId="1104608079" sldId="346"/>
            <ac:picMk id="1026" creationId="{9BE415DC-2D29-A889-73E1-71D600F18337}"/>
          </ac:picMkLst>
        </pc:picChg>
        <pc:picChg chg="add mod">
          <ac:chgData name="Anh Nguyen Duc" userId="04a5c95d-4a59-4e21-b199-e9922fb46c5c" providerId="ADAL" clId="{26081791-D5D7-4492-8387-57BE4A7A28C3}" dt="2023-02-01T10:16:49.442" v="42" actId="14100"/>
          <ac:picMkLst>
            <pc:docMk/>
            <pc:sldMk cId="1104608079" sldId="346"/>
            <ac:picMk id="2050" creationId="{B5CEB023-AD2B-9FB0-9EC8-65CCB907E0E3}"/>
          </ac:picMkLst>
        </pc:picChg>
      </pc:sldChg>
      <pc:sldChg chg="addSp delSp modSp add">
        <pc:chgData name="Anh Nguyen Duc" userId="04a5c95d-4a59-4e21-b199-e9922fb46c5c" providerId="ADAL" clId="{26081791-D5D7-4492-8387-57BE4A7A28C3}" dt="2023-02-01T10:17:11.338" v="47" actId="1076"/>
        <pc:sldMkLst>
          <pc:docMk/>
          <pc:sldMk cId="4167389113" sldId="347"/>
        </pc:sldMkLst>
        <pc:picChg chg="del">
          <ac:chgData name="Anh Nguyen Duc" userId="04a5c95d-4a59-4e21-b199-e9922fb46c5c" providerId="ADAL" clId="{26081791-D5D7-4492-8387-57BE4A7A28C3}" dt="2023-02-01T10:17:00.676" v="44" actId="478"/>
          <ac:picMkLst>
            <pc:docMk/>
            <pc:sldMk cId="4167389113" sldId="347"/>
            <ac:picMk id="2050" creationId="{B5CEB023-AD2B-9FB0-9EC8-65CCB907E0E3}"/>
          </ac:picMkLst>
        </pc:picChg>
        <pc:picChg chg="add mod">
          <ac:chgData name="Anh Nguyen Duc" userId="04a5c95d-4a59-4e21-b199-e9922fb46c5c" providerId="ADAL" clId="{26081791-D5D7-4492-8387-57BE4A7A28C3}" dt="2023-02-01T10:17:11.338" v="47" actId="1076"/>
          <ac:picMkLst>
            <pc:docMk/>
            <pc:sldMk cId="4167389113" sldId="347"/>
            <ac:picMk id="3074" creationId="{22ACEE5C-3F0C-35D9-49CB-5649382ABE98}"/>
          </ac:picMkLst>
        </pc:picChg>
      </pc:sldChg>
      <pc:sldChg chg="new del">
        <pc:chgData name="Anh Nguyen Duc" userId="04a5c95d-4a59-4e21-b199-e9922fb46c5c" providerId="ADAL" clId="{26081791-D5D7-4492-8387-57BE4A7A28C3}" dt="2023-02-01T10:17:49.547" v="54" actId="47"/>
        <pc:sldMkLst>
          <pc:docMk/>
          <pc:sldMk cId="3055548343" sldId="348"/>
        </pc:sldMkLst>
      </pc:sldChg>
      <pc:sldChg chg="addSp delSp modSp add">
        <pc:chgData name="Anh Nguyen Duc" userId="04a5c95d-4a59-4e21-b199-e9922fb46c5c" providerId="ADAL" clId="{26081791-D5D7-4492-8387-57BE4A7A28C3}" dt="2023-02-01T10:17:46.665" v="53" actId="14100"/>
        <pc:sldMkLst>
          <pc:docMk/>
          <pc:sldMk cId="219194782" sldId="349"/>
        </pc:sldMkLst>
        <pc:picChg chg="del">
          <ac:chgData name="Anh Nguyen Duc" userId="04a5c95d-4a59-4e21-b199-e9922fb46c5c" providerId="ADAL" clId="{26081791-D5D7-4492-8387-57BE4A7A28C3}" dt="2023-02-01T10:17:34.832" v="50" actId="478"/>
          <ac:picMkLst>
            <pc:docMk/>
            <pc:sldMk cId="219194782" sldId="349"/>
            <ac:picMk id="3074" creationId="{22ACEE5C-3F0C-35D9-49CB-5649382ABE98}"/>
          </ac:picMkLst>
        </pc:picChg>
        <pc:picChg chg="add mod">
          <ac:chgData name="Anh Nguyen Duc" userId="04a5c95d-4a59-4e21-b199-e9922fb46c5c" providerId="ADAL" clId="{26081791-D5D7-4492-8387-57BE4A7A28C3}" dt="2023-02-01T10:17:46.665" v="53" actId="14100"/>
          <ac:picMkLst>
            <pc:docMk/>
            <pc:sldMk cId="219194782" sldId="349"/>
            <ac:picMk id="4098" creationId="{468E5718-948E-5A75-2A6D-7A062B7A9EDB}"/>
          </ac:picMkLst>
        </pc:picChg>
      </pc:sldChg>
      <pc:sldChg chg="addSp delSp modSp add">
        <pc:chgData name="Anh Nguyen Duc" userId="04a5c95d-4a59-4e21-b199-e9922fb46c5c" providerId="ADAL" clId="{26081791-D5D7-4492-8387-57BE4A7A28C3}" dt="2023-02-01T10:18:08.433" v="60" actId="1076"/>
        <pc:sldMkLst>
          <pc:docMk/>
          <pc:sldMk cId="630363335" sldId="350"/>
        </pc:sldMkLst>
        <pc:picChg chg="del">
          <ac:chgData name="Anh Nguyen Duc" userId="04a5c95d-4a59-4e21-b199-e9922fb46c5c" providerId="ADAL" clId="{26081791-D5D7-4492-8387-57BE4A7A28C3}" dt="2023-02-01T10:17:53.529" v="56" actId="478"/>
          <ac:picMkLst>
            <pc:docMk/>
            <pc:sldMk cId="630363335" sldId="350"/>
            <ac:picMk id="4098" creationId="{468E5718-948E-5A75-2A6D-7A062B7A9EDB}"/>
          </ac:picMkLst>
        </pc:picChg>
        <pc:picChg chg="add mod">
          <ac:chgData name="Anh Nguyen Duc" userId="04a5c95d-4a59-4e21-b199-e9922fb46c5c" providerId="ADAL" clId="{26081791-D5D7-4492-8387-57BE4A7A28C3}" dt="2023-02-01T10:18:08.433" v="60" actId="1076"/>
          <ac:picMkLst>
            <pc:docMk/>
            <pc:sldMk cId="630363335" sldId="350"/>
            <ac:picMk id="5122" creationId="{F9653C8E-BD04-039D-57AA-F32878825C4A}"/>
          </ac:picMkLst>
        </pc:picChg>
      </pc:sldChg>
      <pc:sldChg chg="addSp modSp add mod">
        <pc:chgData name="Anh Nguyen Duc" userId="04a5c95d-4a59-4e21-b199-e9922fb46c5c" providerId="ADAL" clId="{26081791-D5D7-4492-8387-57BE4A7A28C3}" dt="2023-02-01T10:19:35.634" v="101" actId="1076"/>
        <pc:sldMkLst>
          <pc:docMk/>
          <pc:sldMk cId="478910450" sldId="351"/>
        </pc:sldMkLst>
        <pc:spChg chg="mod">
          <ac:chgData name="Anh Nguyen Duc" userId="04a5c95d-4a59-4e21-b199-e9922fb46c5c" providerId="ADAL" clId="{26081791-D5D7-4492-8387-57BE4A7A28C3}" dt="2023-02-01T10:19:24.228" v="98" actId="6549"/>
          <ac:spMkLst>
            <pc:docMk/>
            <pc:sldMk cId="478910450" sldId="351"/>
            <ac:spMk id="3" creationId="{00000000-0000-0000-0000-000000000000}"/>
          </ac:spMkLst>
        </pc:spChg>
        <pc:picChg chg="add mod">
          <ac:chgData name="Anh Nguyen Duc" userId="04a5c95d-4a59-4e21-b199-e9922fb46c5c" providerId="ADAL" clId="{26081791-D5D7-4492-8387-57BE4A7A28C3}" dt="2023-02-01T10:19:35.634" v="101" actId="1076"/>
          <ac:picMkLst>
            <pc:docMk/>
            <pc:sldMk cId="478910450" sldId="351"/>
            <ac:picMk id="6146" creationId="{59DD73A1-662E-331A-30AC-DFD7CB9DAD8F}"/>
          </ac:picMkLst>
        </pc:picChg>
      </pc:sldChg>
      <pc:sldChg chg="addSp modSp add mod">
        <pc:chgData name="Anh Nguyen Duc" userId="04a5c95d-4a59-4e21-b199-e9922fb46c5c" providerId="ADAL" clId="{26081791-D5D7-4492-8387-57BE4A7A28C3}" dt="2023-02-01T10:22:02.784" v="178" actId="1076"/>
        <pc:sldMkLst>
          <pc:docMk/>
          <pc:sldMk cId="3170867917" sldId="352"/>
        </pc:sldMkLst>
        <pc:spChg chg="mod">
          <ac:chgData name="Anh Nguyen Duc" userId="04a5c95d-4a59-4e21-b199-e9922fb46c5c" providerId="ADAL" clId="{26081791-D5D7-4492-8387-57BE4A7A28C3}" dt="2023-02-01T10:20:33.329" v="140" actId="20577"/>
          <ac:spMkLst>
            <pc:docMk/>
            <pc:sldMk cId="3170867917" sldId="352"/>
            <ac:spMk id="3" creationId="{00000000-0000-0000-0000-000000000000}"/>
          </ac:spMkLst>
        </pc:spChg>
        <pc:picChg chg="mod">
          <ac:chgData name="Anh Nguyen Duc" userId="04a5c95d-4a59-4e21-b199-e9922fb46c5c" providerId="ADAL" clId="{26081791-D5D7-4492-8387-57BE4A7A28C3}" dt="2023-02-01T10:20:09.778" v="109" actId="1076"/>
          <ac:picMkLst>
            <pc:docMk/>
            <pc:sldMk cId="3170867917" sldId="352"/>
            <ac:picMk id="6146" creationId="{59DD73A1-662E-331A-30AC-DFD7CB9DAD8F}"/>
          </ac:picMkLst>
        </pc:picChg>
        <pc:picChg chg="add mod">
          <ac:chgData name="Anh Nguyen Duc" userId="04a5c95d-4a59-4e21-b199-e9922fb46c5c" providerId="ADAL" clId="{26081791-D5D7-4492-8387-57BE4A7A28C3}" dt="2023-02-01T10:21:52.221" v="175" actId="1076"/>
          <ac:picMkLst>
            <pc:docMk/>
            <pc:sldMk cId="3170867917" sldId="352"/>
            <ac:picMk id="7170" creationId="{F32BA655-A0D8-1DA7-E0F4-4F90A0EC2F5C}"/>
          </ac:picMkLst>
        </pc:picChg>
        <pc:picChg chg="add mod">
          <ac:chgData name="Anh Nguyen Duc" userId="04a5c95d-4a59-4e21-b199-e9922fb46c5c" providerId="ADAL" clId="{26081791-D5D7-4492-8387-57BE4A7A28C3}" dt="2023-02-01T10:22:02.784" v="178" actId="1076"/>
          <ac:picMkLst>
            <pc:docMk/>
            <pc:sldMk cId="3170867917" sldId="352"/>
            <ac:picMk id="7172" creationId="{3470B728-782F-AF44-0934-6E29C16A0A00}"/>
          </ac:picMkLst>
        </pc:picChg>
      </pc:sldChg>
      <pc:sldChg chg="addSp delSp modSp add mod">
        <pc:chgData name="Anh Nguyen Duc" userId="04a5c95d-4a59-4e21-b199-e9922fb46c5c" providerId="ADAL" clId="{26081791-D5D7-4492-8387-57BE4A7A28C3}" dt="2023-02-01T10:21:35.391" v="170" actId="478"/>
        <pc:sldMkLst>
          <pc:docMk/>
          <pc:sldMk cId="300582653" sldId="353"/>
        </pc:sldMkLst>
        <pc:spChg chg="mod">
          <ac:chgData name="Anh Nguyen Duc" userId="04a5c95d-4a59-4e21-b199-e9922fb46c5c" providerId="ADAL" clId="{26081791-D5D7-4492-8387-57BE4A7A28C3}" dt="2023-02-01T10:20:47.763" v="157" actId="20577"/>
          <ac:spMkLst>
            <pc:docMk/>
            <pc:sldMk cId="300582653" sldId="353"/>
            <ac:spMk id="2" creationId="{00000000-0000-0000-0000-000000000000}"/>
          </ac:spMkLst>
        </pc:spChg>
        <pc:spChg chg="del mod">
          <ac:chgData name="Anh Nguyen Duc" userId="04a5c95d-4a59-4e21-b199-e9922fb46c5c" providerId="ADAL" clId="{26081791-D5D7-4492-8387-57BE4A7A28C3}" dt="2023-02-01T10:21:08.722" v="163"/>
          <ac:spMkLst>
            <pc:docMk/>
            <pc:sldMk cId="300582653" sldId="353"/>
            <ac:spMk id="3" creationId="{00000000-0000-0000-0000-000000000000}"/>
          </ac:spMkLst>
        </pc:spChg>
        <pc:spChg chg="del">
          <ac:chgData name="Anh Nguyen Duc" userId="04a5c95d-4a59-4e21-b199-e9922fb46c5c" providerId="ADAL" clId="{26081791-D5D7-4492-8387-57BE4A7A28C3}" dt="2023-02-01T10:21:35.391" v="170" actId="478"/>
          <ac:spMkLst>
            <pc:docMk/>
            <pc:sldMk cId="300582653" sldId="353"/>
            <ac:spMk id="6" creationId="{00000000-0000-0000-0000-000000000000}"/>
          </ac:spMkLst>
        </pc:spChg>
        <pc:picChg chg="del">
          <ac:chgData name="Anh Nguyen Duc" userId="04a5c95d-4a59-4e21-b199-e9922fb46c5c" providerId="ADAL" clId="{26081791-D5D7-4492-8387-57BE4A7A28C3}" dt="2023-02-01T10:20:57.675" v="159" actId="478"/>
          <ac:picMkLst>
            <pc:docMk/>
            <pc:sldMk cId="300582653" sldId="353"/>
            <ac:picMk id="7170" creationId="{F32BA655-A0D8-1DA7-E0F4-4F90A0EC2F5C}"/>
          </ac:picMkLst>
        </pc:picChg>
        <pc:picChg chg="add mod">
          <ac:chgData name="Anh Nguyen Duc" userId="04a5c95d-4a59-4e21-b199-e9922fb46c5c" providerId="ADAL" clId="{26081791-D5D7-4492-8387-57BE4A7A28C3}" dt="2023-02-01T10:21:03.138" v="162" actId="1076"/>
          <ac:picMkLst>
            <pc:docMk/>
            <pc:sldMk cId="300582653" sldId="353"/>
            <ac:picMk id="8194" creationId="{F056BFE6-68F2-C5FB-6C64-EEF1C36AA846}"/>
          </ac:picMkLst>
        </pc:picChg>
        <pc:picChg chg="add mod">
          <ac:chgData name="Anh Nguyen Duc" userId="04a5c95d-4a59-4e21-b199-e9922fb46c5c" providerId="ADAL" clId="{26081791-D5D7-4492-8387-57BE4A7A28C3}" dt="2023-02-01T10:21:17.161" v="166" actId="1076"/>
          <ac:picMkLst>
            <pc:docMk/>
            <pc:sldMk cId="300582653" sldId="353"/>
            <ac:picMk id="8196" creationId="{D55D5377-7AF1-1194-436C-64C678BD07D2}"/>
          </ac:picMkLst>
        </pc:picChg>
        <pc:picChg chg="add mod">
          <ac:chgData name="Anh Nguyen Duc" userId="04a5c95d-4a59-4e21-b199-e9922fb46c5c" providerId="ADAL" clId="{26081791-D5D7-4492-8387-57BE4A7A28C3}" dt="2023-02-01T10:21:31.762" v="169" actId="14100"/>
          <ac:picMkLst>
            <pc:docMk/>
            <pc:sldMk cId="300582653" sldId="353"/>
            <ac:picMk id="8198" creationId="{6710C652-10F8-19A2-072D-3894F4D7D1CE}"/>
          </ac:picMkLst>
        </pc:picChg>
      </pc:sldChg>
      <pc:sldChg chg="add">
        <pc:chgData name="Anh Nguyen Duc" userId="04a5c95d-4a59-4e21-b199-e9922fb46c5c" providerId="ADAL" clId="{26081791-D5D7-4492-8387-57BE4A7A28C3}" dt="2023-02-01T10:21:38.629" v="171"/>
        <pc:sldMkLst>
          <pc:docMk/>
          <pc:sldMk cId="4278993065" sldId="354"/>
        </pc:sldMkLst>
      </pc:sldChg>
      <pc:sldChg chg="addSp delSp modSp add mod">
        <pc:chgData name="Anh Nguyen Duc" userId="04a5c95d-4a59-4e21-b199-e9922fb46c5c" providerId="ADAL" clId="{26081791-D5D7-4492-8387-57BE4A7A28C3}" dt="2023-02-01T10:22:45.442" v="213" actId="1076"/>
        <pc:sldMkLst>
          <pc:docMk/>
          <pc:sldMk cId="72983613" sldId="355"/>
        </pc:sldMkLst>
        <pc:spChg chg="mod">
          <ac:chgData name="Anh Nguyen Duc" userId="04a5c95d-4a59-4e21-b199-e9922fb46c5c" providerId="ADAL" clId="{26081791-D5D7-4492-8387-57BE4A7A28C3}" dt="2023-02-01T10:22:17.188" v="205" actId="20577"/>
          <ac:spMkLst>
            <pc:docMk/>
            <pc:sldMk cId="72983613" sldId="355"/>
            <ac:spMk id="2" creationId="{00000000-0000-0000-0000-000000000000}"/>
          </ac:spMkLst>
        </pc:spChg>
        <pc:spChg chg="add mod">
          <ac:chgData name="Anh Nguyen Duc" userId="04a5c95d-4a59-4e21-b199-e9922fb46c5c" providerId="ADAL" clId="{26081791-D5D7-4492-8387-57BE4A7A28C3}" dt="2023-02-01T10:22:20.429" v="206" actId="478"/>
          <ac:spMkLst>
            <pc:docMk/>
            <pc:sldMk cId="72983613" sldId="355"/>
            <ac:spMk id="3" creationId="{36C6FE39-2145-0125-958A-59C6D65C47D4}"/>
          </ac:spMkLst>
        </pc:spChg>
        <pc:picChg chg="del">
          <ac:chgData name="Anh Nguyen Duc" userId="04a5c95d-4a59-4e21-b199-e9922fb46c5c" providerId="ADAL" clId="{26081791-D5D7-4492-8387-57BE4A7A28C3}" dt="2023-02-01T10:22:20.429" v="206" actId="478"/>
          <ac:picMkLst>
            <pc:docMk/>
            <pc:sldMk cId="72983613" sldId="355"/>
            <ac:picMk id="8194" creationId="{F056BFE6-68F2-C5FB-6C64-EEF1C36AA846}"/>
          </ac:picMkLst>
        </pc:picChg>
        <pc:picChg chg="del">
          <ac:chgData name="Anh Nguyen Duc" userId="04a5c95d-4a59-4e21-b199-e9922fb46c5c" providerId="ADAL" clId="{26081791-D5D7-4492-8387-57BE4A7A28C3}" dt="2023-02-01T10:22:20.429" v="206" actId="478"/>
          <ac:picMkLst>
            <pc:docMk/>
            <pc:sldMk cId="72983613" sldId="355"/>
            <ac:picMk id="8196" creationId="{D55D5377-7AF1-1194-436C-64C678BD07D2}"/>
          </ac:picMkLst>
        </pc:picChg>
        <pc:picChg chg="del">
          <ac:chgData name="Anh Nguyen Duc" userId="04a5c95d-4a59-4e21-b199-e9922fb46c5c" providerId="ADAL" clId="{26081791-D5D7-4492-8387-57BE4A7A28C3}" dt="2023-02-01T10:22:20.429" v="206" actId="478"/>
          <ac:picMkLst>
            <pc:docMk/>
            <pc:sldMk cId="72983613" sldId="355"/>
            <ac:picMk id="8198" creationId="{6710C652-10F8-19A2-072D-3894F4D7D1CE}"/>
          </ac:picMkLst>
        </pc:picChg>
        <pc:picChg chg="add mod">
          <ac:chgData name="Anh Nguyen Duc" userId="04a5c95d-4a59-4e21-b199-e9922fb46c5c" providerId="ADAL" clId="{26081791-D5D7-4492-8387-57BE4A7A28C3}" dt="2023-02-01T10:22:31.666" v="209" actId="14100"/>
          <ac:picMkLst>
            <pc:docMk/>
            <pc:sldMk cId="72983613" sldId="355"/>
            <ac:picMk id="10242" creationId="{2556873A-EF21-C31F-9206-5EC1D1FFAD1C}"/>
          </ac:picMkLst>
        </pc:picChg>
        <pc:picChg chg="add mod">
          <ac:chgData name="Anh Nguyen Duc" userId="04a5c95d-4a59-4e21-b199-e9922fb46c5c" providerId="ADAL" clId="{26081791-D5D7-4492-8387-57BE4A7A28C3}" dt="2023-02-01T10:22:45.442" v="213" actId="1076"/>
          <ac:picMkLst>
            <pc:docMk/>
            <pc:sldMk cId="72983613" sldId="355"/>
            <ac:picMk id="10244" creationId="{08220370-5243-478E-28D6-F7F45A4CA917}"/>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a:t>Software Engineering - CO3001</a:t>
            </a: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B88242F-FB49-40B8-9139-5BDE8604055B}" type="datetime1">
              <a:rPr lang="en-US" smtClean="0"/>
              <a:t>9/14/26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91F3E5A-B7A4-4146-BBFE-14EF41541C3E}" type="slidenum">
              <a:rPr lang="en-US" smtClean="0"/>
              <a:t>‹#›</a:t>
            </a:fld>
            <a:endParaRPr lang="en-US"/>
          </a:p>
        </p:txBody>
      </p:sp>
    </p:spTree>
    <p:extLst>
      <p:ext uri="{BB962C8B-B14F-4D97-AF65-F5344CB8AC3E}">
        <p14:creationId xmlns:p14="http://schemas.microsoft.com/office/powerpoint/2010/main" val="3368377817"/>
      </p:ext>
    </p:extLst>
  </p:cSld>
  <p:clrMap bg1="lt1" tx1="dk1" bg2="lt2" tx2="dk2" accent1="accent1" accent2="accent2" accent3="accent3" accent4="accent4" accent5="accent5" accent6="accent6" hlink="hlink" folHlink="folHlink"/>
  <p:hf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a:t>Software Engineering - CO3001</a:t>
            </a: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B709F5A-7F7E-482C-88C1-7356869ACCEA}" type="datetime1">
              <a:rPr lang="en-US" smtClean="0"/>
              <a:t>9/14/26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99B78F-7C08-ED42-8E36-4ED23DEF8F74}" type="slidenum">
              <a:rPr lang="en-US" smtClean="0"/>
              <a:t>‹#›</a:t>
            </a:fld>
            <a:endParaRPr lang="en-US"/>
          </a:p>
        </p:txBody>
      </p:sp>
    </p:spTree>
    <p:extLst>
      <p:ext uri="{BB962C8B-B14F-4D97-AF65-F5344CB8AC3E}">
        <p14:creationId xmlns:p14="http://schemas.microsoft.com/office/powerpoint/2010/main" val="759860498"/>
      </p:ext>
    </p:extLst>
  </p:cSld>
  <p:clrMap bg1="lt1" tx1="dk1" bg2="lt2" tx2="dk2" accent1="accent1" accent2="accent2" accent3="accent3" accent4="accent4" accent5="accent5" accent6="accent6" hlink="hlink" folHlink="folHlink"/>
  <p:hf ftr="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a:xfrm>
            <a:off x="3815373" y="9371285"/>
            <a:ext cx="2918831" cy="493316"/>
          </a:xfrm>
          <a:prstGeom prst="rect">
            <a:avLst/>
          </a:prstGeom>
        </p:spPr>
        <p:txBody>
          <a:bodyPr/>
          <a:lstStyle/>
          <a:p>
            <a:fld id="{51D5A050-7306-7B4E-867E-A3663FBCD5C6}" type="slidenum">
              <a:rPr lang="en-US" smtClean="0"/>
              <a:pPr/>
              <a:t>1</a:t>
            </a:fld>
            <a:endParaRPr lang="en-US"/>
          </a:p>
        </p:txBody>
      </p:sp>
      <p:sp>
        <p:nvSpPr>
          <p:cNvPr id="5" name="Date Placeholder 4"/>
          <p:cNvSpPr>
            <a:spLocks noGrp="1"/>
          </p:cNvSpPr>
          <p:nvPr>
            <p:ph type="dt" idx="11"/>
          </p:nvPr>
        </p:nvSpPr>
        <p:spPr/>
        <p:txBody>
          <a:bodyPr/>
          <a:lstStyle/>
          <a:p>
            <a:fld id="{0605D510-0313-4074-8D39-9F06CFB8F94F}" type="datetime1">
              <a:rPr lang="en-US" smtClean="0"/>
              <a:t>9/14/26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13449917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999B78F-7C08-ED42-8E36-4ED23DEF8F74}" type="slidenum">
              <a:rPr lang="en-US" smtClean="0"/>
              <a:t>2</a:t>
            </a:fld>
            <a:endParaRPr lang="en-US"/>
          </a:p>
        </p:txBody>
      </p:sp>
      <p:sp>
        <p:nvSpPr>
          <p:cNvPr id="5" name="Date Placeholder 4"/>
          <p:cNvSpPr>
            <a:spLocks noGrp="1"/>
          </p:cNvSpPr>
          <p:nvPr>
            <p:ph type="dt" idx="11"/>
          </p:nvPr>
        </p:nvSpPr>
        <p:spPr/>
        <p:txBody>
          <a:bodyPr/>
          <a:lstStyle/>
          <a:p>
            <a:fld id="{DB3002A9-AC05-461F-8287-650AF19662A0}" type="datetime1">
              <a:rPr lang="en-US" smtClean="0"/>
              <a:t>9/14/26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410112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9B78F-7C08-ED42-8E36-4ED23DEF8F74}" type="slidenum">
              <a:rPr lang="en-US" smtClean="0"/>
              <a:t>3</a:t>
            </a:fld>
            <a:endParaRPr lang="en-US"/>
          </a:p>
        </p:txBody>
      </p:sp>
      <p:sp>
        <p:nvSpPr>
          <p:cNvPr id="5" name="Date Placeholder 4"/>
          <p:cNvSpPr>
            <a:spLocks noGrp="1"/>
          </p:cNvSpPr>
          <p:nvPr>
            <p:ph type="dt" idx="11"/>
          </p:nvPr>
        </p:nvSpPr>
        <p:spPr/>
        <p:txBody>
          <a:bodyPr/>
          <a:lstStyle/>
          <a:p>
            <a:fld id="{CB1E7A94-58B9-4FEA-9245-54C18ACA5B3C}" type="datetime1">
              <a:rPr lang="en-US" smtClean="0"/>
              <a:t>9/14/26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5316860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9B78F-7C08-ED42-8E36-4ED23DEF8F74}" type="slidenum">
              <a:rPr lang="en-US" smtClean="0"/>
              <a:t>4</a:t>
            </a:fld>
            <a:endParaRPr lang="en-US"/>
          </a:p>
        </p:txBody>
      </p:sp>
      <p:sp>
        <p:nvSpPr>
          <p:cNvPr id="5" name="Date Placeholder 4"/>
          <p:cNvSpPr>
            <a:spLocks noGrp="1"/>
          </p:cNvSpPr>
          <p:nvPr>
            <p:ph type="dt" idx="11"/>
          </p:nvPr>
        </p:nvSpPr>
        <p:spPr/>
        <p:txBody>
          <a:bodyPr/>
          <a:lstStyle/>
          <a:p>
            <a:fld id="{5C609CD5-A5C3-415F-85B9-AFCC94EF37A4}" type="datetime1">
              <a:rPr lang="en-US" smtClean="0"/>
              <a:t>9/14/26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12482515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fld id="{F999B78F-7C08-ED42-8E36-4ED23DEF8F74}" type="slidenum">
              <a:rPr lang="en-US" smtClean="0"/>
              <a:t>5</a:t>
            </a:fld>
            <a:endParaRPr lang="en-US"/>
          </a:p>
        </p:txBody>
      </p:sp>
      <p:sp>
        <p:nvSpPr>
          <p:cNvPr id="5" name="Date Placeholder 4"/>
          <p:cNvSpPr>
            <a:spLocks noGrp="1"/>
          </p:cNvSpPr>
          <p:nvPr>
            <p:ph type="dt" idx="11"/>
          </p:nvPr>
        </p:nvSpPr>
        <p:spPr/>
        <p:txBody>
          <a:bodyPr/>
          <a:lstStyle/>
          <a:p>
            <a:fld id="{0A1D3C56-4FB9-4CBB-A261-772B5EB9C6A0}" type="datetime1">
              <a:rPr lang="en-US" smtClean="0"/>
              <a:t>9/14/26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33061979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9B78F-7C08-ED42-8E36-4ED23DEF8F74}" type="slidenum">
              <a:rPr lang="en-US" smtClean="0"/>
              <a:t>6</a:t>
            </a:fld>
            <a:endParaRPr lang="en-US"/>
          </a:p>
        </p:txBody>
      </p:sp>
      <p:sp>
        <p:nvSpPr>
          <p:cNvPr id="5" name="Date Placeholder 4"/>
          <p:cNvSpPr>
            <a:spLocks noGrp="1"/>
          </p:cNvSpPr>
          <p:nvPr>
            <p:ph type="dt" idx="11"/>
          </p:nvPr>
        </p:nvSpPr>
        <p:spPr/>
        <p:txBody>
          <a:bodyPr/>
          <a:lstStyle/>
          <a:p>
            <a:fld id="{BCAEF5BB-12BE-46C1-AEAA-55D7E76DBD42}" type="datetime1">
              <a:rPr lang="en-US" smtClean="0"/>
              <a:t>9/14/26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41553208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9B78F-7C08-ED42-8E36-4ED23DEF8F74}" type="slidenum">
              <a:rPr lang="en-US" smtClean="0"/>
              <a:t>7</a:t>
            </a:fld>
            <a:endParaRPr lang="en-US"/>
          </a:p>
        </p:txBody>
      </p:sp>
      <p:sp>
        <p:nvSpPr>
          <p:cNvPr id="5" name="Date Placeholder 4"/>
          <p:cNvSpPr>
            <a:spLocks noGrp="1"/>
          </p:cNvSpPr>
          <p:nvPr>
            <p:ph type="dt" idx="11"/>
          </p:nvPr>
        </p:nvSpPr>
        <p:spPr/>
        <p:txBody>
          <a:bodyPr/>
          <a:lstStyle/>
          <a:p>
            <a:fld id="{0EAC5F1B-5E74-4A5A-9BB8-8852AECC015F}" type="datetime1">
              <a:rPr lang="en-US" smtClean="0"/>
              <a:t>9/14/26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33152939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vi-VN"/>
              <a:t>Công nghệ phần mềm - CO3001</a:t>
            </a:r>
          </a:p>
        </p:txBody>
      </p:sp>
      <p:sp>
        <p:nvSpPr>
          <p:cNvPr id="5" name="Date Placeholder 4"/>
          <p:cNvSpPr>
            <a:spLocks noGrp="1"/>
          </p:cNvSpPr>
          <p:nvPr>
            <p:ph type="dt" idx="11"/>
          </p:nvPr>
        </p:nvSpPr>
        <p:spPr/>
        <p:txBody>
          <a:bodyPr/>
          <a:lstStyle/>
          <a:p>
            <a:fld id="{E92504B5-3705-4BA9-BC6A-C77148016A41}" type="datetime1">
              <a:rPr lang="en-US" smtClean="0"/>
              <a:t>9/14/26</a:t>
            </a:fld>
            <a:endParaRPr lang="en-US"/>
          </a:p>
        </p:txBody>
      </p:sp>
      <p:sp>
        <p:nvSpPr>
          <p:cNvPr id="6" name="Slide Number Placeholder 5"/>
          <p:cNvSpPr>
            <a:spLocks noGrp="1"/>
          </p:cNvSpPr>
          <p:nvPr>
            <p:ph type="sldNum" sz="quarter" idx="12"/>
          </p:nvPr>
        </p:nvSpPr>
        <p:spPr/>
        <p:txBody>
          <a:bodyPr/>
          <a:lstStyle/>
          <a:p>
            <a:fld id="{F999B78F-7C08-ED42-8E36-4ED23DEF8F74}" type="slidenum">
              <a:rPr lang="en-US" smtClean="0"/>
              <a:t>8</a:t>
            </a:fld>
            <a:endParaRPr lang="en-US"/>
          </a:p>
        </p:txBody>
      </p:sp>
    </p:spTree>
    <p:extLst>
      <p:ext uri="{BB962C8B-B14F-4D97-AF65-F5344CB8AC3E}">
        <p14:creationId xmlns:p14="http://schemas.microsoft.com/office/powerpoint/2010/main" val="33162445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999B78F-7C08-ED42-8E36-4ED23DEF8F74}" type="slidenum">
              <a:rPr lang="en-US" smtClean="0"/>
              <a:t>9</a:t>
            </a:fld>
            <a:endParaRPr lang="en-US"/>
          </a:p>
        </p:txBody>
      </p:sp>
      <p:sp>
        <p:nvSpPr>
          <p:cNvPr id="5" name="Date Placeholder 4"/>
          <p:cNvSpPr>
            <a:spLocks noGrp="1"/>
          </p:cNvSpPr>
          <p:nvPr>
            <p:ph type="dt" idx="11"/>
          </p:nvPr>
        </p:nvSpPr>
        <p:spPr/>
        <p:txBody>
          <a:bodyPr/>
          <a:lstStyle/>
          <a:p>
            <a:fld id="{51FA4823-0F2A-4F2E-A9B6-D12351B9DE0B}" type="datetime1">
              <a:rPr lang="en-US" smtClean="0"/>
              <a:t>9/14/26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4226061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9B78F-7C08-ED42-8E36-4ED23DEF8F74}" type="slidenum">
              <a:rPr lang="en-US" smtClean="0"/>
              <a:t>10</a:t>
            </a:fld>
            <a:endParaRPr lang="en-US"/>
          </a:p>
        </p:txBody>
      </p:sp>
      <p:sp>
        <p:nvSpPr>
          <p:cNvPr id="5" name="Date Placeholder 4"/>
          <p:cNvSpPr>
            <a:spLocks noGrp="1"/>
          </p:cNvSpPr>
          <p:nvPr>
            <p:ph type="dt" idx="11"/>
          </p:nvPr>
        </p:nvSpPr>
        <p:spPr/>
        <p:txBody>
          <a:bodyPr/>
          <a:lstStyle/>
          <a:p>
            <a:fld id="{9324B380-0A84-4724-924A-FDAC24BCB96B}" type="datetime1">
              <a:rPr lang="en-US" smtClean="0"/>
              <a:t>9/14/26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16291568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20000"/>
          </a:bodyPr>
          <a:lstStyle/>
          <a:p>
            <a:endParaRPr lang="en-US" dirty="0"/>
          </a:p>
        </p:txBody>
      </p:sp>
      <p:sp>
        <p:nvSpPr>
          <p:cNvPr id="4" name="Header Placeholder 3"/>
          <p:cNvSpPr>
            <a:spLocks noGrp="1"/>
          </p:cNvSpPr>
          <p:nvPr>
            <p:ph type="hdr" sz="quarter" idx="10"/>
          </p:nvPr>
        </p:nvSpPr>
        <p:spPr/>
        <p:txBody>
          <a:bodyPr/>
          <a:lstStyle/>
          <a:p>
            <a:r>
              <a:rPr lang="vi-VN"/>
              <a:t>Công nghệ phần mềm - CO3001</a:t>
            </a:r>
          </a:p>
        </p:txBody>
      </p:sp>
      <p:sp>
        <p:nvSpPr>
          <p:cNvPr id="5" name="Date Placeholder 4"/>
          <p:cNvSpPr>
            <a:spLocks noGrp="1"/>
          </p:cNvSpPr>
          <p:nvPr>
            <p:ph type="dt" idx="11"/>
          </p:nvPr>
        </p:nvSpPr>
        <p:spPr/>
        <p:txBody>
          <a:bodyPr/>
          <a:lstStyle/>
          <a:p>
            <a:fld id="{18B55A32-89D6-4D58-B718-8B33B87D0A87}" type="datetime1">
              <a:rPr lang="en-US" smtClean="0"/>
              <a:t>9/14/26</a:t>
            </a:fld>
            <a:endParaRPr lang="en-US"/>
          </a:p>
        </p:txBody>
      </p:sp>
      <p:sp>
        <p:nvSpPr>
          <p:cNvPr id="6" name="Slide Number Placeholder 5"/>
          <p:cNvSpPr>
            <a:spLocks noGrp="1"/>
          </p:cNvSpPr>
          <p:nvPr>
            <p:ph type="sldNum" sz="quarter" idx="12"/>
          </p:nvPr>
        </p:nvSpPr>
        <p:spPr/>
        <p:txBody>
          <a:bodyPr/>
          <a:lstStyle/>
          <a:p>
            <a:fld id="{F999B78F-7C08-ED42-8E36-4ED23DEF8F74}" type="slidenum">
              <a:rPr lang="en-US" smtClean="0"/>
              <a:t>11</a:t>
            </a:fld>
            <a:endParaRPr lang="en-US"/>
          </a:p>
        </p:txBody>
      </p:sp>
    </p:spTree>
    <p:extLst>
      <p:ext uri="{BB962C8B-B14F-4D97-AF65-F5344CB8AC3E}">
        <p14:creationId xmlns:p14="http://schemas.microsoft.com/office/powerpoint/2010/main" val="25560803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9B78F-7C08-ED42-8E36-4ED23DEF8F74}" type="slidenum">
              <a:rPr lang="en-US" smtClean="0"/>
              <a:t>12</a:t>
            </a:fld>
            <a:endParaRPr lang="en-US"/>
          </a:p>
        </p:txBody>
      </p:sp>
      <p:sp>
        <p:nvSpPr>
          <p:cNvPr id="5" name="Date Placeholder 4"/>
          <p:cNvSpPr>
            <a:spLocks noGrp="1"/>
          </p:cNvSpPr>
          <p:nvPr>
            <p:ph type="dt" idx="11"/>
          </p:nvPr>
        </p:nvSpPr>
        <p:spPr/>
        <p:txBody>
          <a:bodyPr/>
          <a:lstStyle/>
          <a:p>
            <a:fld id="{87230E5F-43CD-4945-AF2D-9BE85C3F92C3}" type="datetime1">
              <a:rPr lang="en-US" smtClean="0"/>
              <a:t>9/14/26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40687870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vi-VN"/>
              <a:t>Công nghệ phần mềm - CO3001</a:t>
            </a:r>
          </a:p>
        </p:txBody>
      </p:sp>
      <p:sp>
        <p:nvSpPr>
          <p:cNvPr id="5" name="Date Placeholder 4"/>
          <p:cNvSpPr>
            <a:spLocks noGrp="1"/>
          </p:cNvSpPr>
          <p:nvPr>
            <p:ph type="dt" idx="11"/>
          </p:nvPr>
        </p:nvSpPr>
        <p:spPr/>
        <p:txBody>
          <a:bodyPr/>
          <a:lstStyle/>
          <a:p>
            <a:fld id="{3CD9EE72-76A0-42FA-A40F-5B74EEC5109B}" type="datetime1">
              <a:rPr lang="en-US" smtClean="0"/>
              <a:t>9/14/26</a:t>
            </a:fld>
            <a:endParaRPr lang="en-US"/>
          </a:p>
        </p:txBody>
      </p:sp>
      <p:sp>
        <p:nvSpPr>
          <p:cNvPr id="6" name="Slide Number Placeholder 5"/>
          <p:cNvSpPr>
            <a:spLocks noGrp="1"/>
          </p:cNvSpPr>
          <p:nvPr>
            <p:ph type="sldNum" sz="quarter" idx="12"/>
          </p:nvPr>
        </p:nvSpPr>
        <p:spPr/>
        <p:txBody>
          <a:bodyPr/>
          <a:lstStyle/>
          <a:p>
            <a:fld id="{F999B78F-7C08-ED42-8E36-4ED23DEF8F74}" type="slidenum">
              <a:rPr lang="en-US" smtClean="0"/>
              <a:t>13</a:t>
            </a:fld>
            <a:endParaRPr lang="en-US"/>
          </a:p>
        </p:txBody>
      </p:sp>
    </p:spTree>
    <p:extLst>
      <p:ext uri="{BB962C8B-B14F-4D97-AF65-F5344CB8AC3E}">
        <p14:creationId xmlns:p14="http://schemas.microsoft.com/office/powerpoint/2010/main" val="33174104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999B78F-7C08-ED42-8E36-4ED23DEF8F74}" type="slidenum">
              <a:rPr lang="en-US" smtClean="0"/>
              <a:t>14</a:t>
            </a:fld>
            <a:endParaRPr lang="en-US"/>
          </a:p>
        </p:txBody>
      </p:sp>
      <p:sp>
        <p:nvSpPr>
          <p:cNvPr id="5" name="Date Placeholder 4"/>
          <p:cNvSpPr>
            <a:spLocks noGrp="1"/>
          </p:cNvSpPr>
          <p:nvPr>
            <p:ph type="dt" idx="11"/>
          </p:nvPr>
        </p:nvSpPr>
        <p:spPr/>
        <p:txBody>
          <a:bodyPr/>
          <a:lstStyle/>
          <a:p>
            <a:fld id="{E7FED2F1-D89A-4DD3-AC08-42A1552AA65E}" type="datetime1">
              <a:rPr lang="en-US" smtClean="0"/>
              <a:t>9/14/26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27292058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9B78F-7C08-ED42-8E36-4ED23DEF8F74}" type="slidenum">
              <a:rPr lang="en-US" smtClean="0"/>
              <a:t>15</a:t>
            </a:fld>
            <a:endParaRPr lang="en-US"/>
          </a:p>
        </p:txBody>
      </p:sp>
      <p:sp>
        <p:nvSpPr>
          <p:cNvPr id="5" name="Date Placeholder 4"/>
          <p:cNvSpPr>
            <a:spLocks noGrp="1"/>
          </p:cNvSpPr>
          <p:nvPr>
            <p:ph type="dt" idx="11"/>
          </p:nvPr>
        </p:nvSpPr>
        <p:spPr/>
        <p:txBody>
          <a:bodyPr/>
          <a:lstStyle/>
          <a:p>
            <a:fld id="{0782B14A-D9D1-46E7-B112-C2D7C8E740E6}" type="datetime1">
              <a:rPr lang="en-US" smtClean="0"/>
              <a:t>9/14/26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10946328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vi-VN" dirty="0"/>
              <a:t>Hai actor: nhân viên vận hành đang chuyển dữ liệu và hệ thống hồ sơ bệnh nhân. </a:t>
            </a:r>
          </a:p>
          <a:p>
            <a:pPr marL="171450" indent="-171450">
              <a:buFont typeface="Arial" panose="020B0604020202020204" pitchFamily="34" charset="0"/>
              <a:buChar char="•"/>
            </a:pPr>
            <a:r>
              <a:rPr lang="vi-VN" dirty="0"/>
              <a:t>Ký hiệu hình người que: con người và các hệ thống bên ngoài hoặc phần cứng khác. </a:t>
            </a:r>
          </a:p>
          <a:p>
            <a:pPr marL="171450" indent="-171450">
              <a:buFont typeface="Arial" panose="020B0604020202020204" pitchFamily="34" charset="0"/>
              <a:buChar char="•"/>
            </a:pPr>
            <a:r>
              <a:rPr lang="vi-VN" dirty="0"/>
              <a:t>Nên dùng đường nối không có mũi tên, vì mũi tên trong UML biểu thị hướng của luồng thông điệp.</a:t>
            </a:r>
          </a:p>
          <a:p>
            <a:endParaRPr lang="en-US" dirty="0"/>
          </a:p>
        </p:txBody>
      </p:sp>
      <p:sp>
        <p:nvSpPr>
          <p:cNvPr id="4" name="Slide Number Placeholder 3"/>
          <p:cNvSpPr>
            <a:spLocks noGrp="1"/>
          </p:cNvSpPr>
          <p:nvPr>
            <p:ph type="sldNum" sz="quarter" idx="10"/>
          </p:nvPr>
        </p:nvSpPr>
        <p:spPr/>
        <p:txBody>
          <a:bodyPr/>
          <a:lstStyle/>
          <a:p>
            <a:fld id="{F999B78F-7C08-ED42-8E36-4ED23DEF8F74}" type="slidenum">
              <a:rPr lang="en-US" smtClean="0"/>
              <a:t>16</a:t>
            </a:fld>
            <a:endParaRPr lang="en-US"/>
          </a:p>
        </p:txBody>
      </p:sp>
      <p:sp>
        <p:nvSpPr>
          <p:cNvPr id="5" name="Date Placeholder 4"/>
          <p:cNvSpPr>
            <a:spLocks noGrp="1"/>
          </p:cNvSpPr>
          <p:nvPr>
            <p:ph type="dt" idx="11"/>
          </p:nvPr>
        </p:nvSpPr>
        <p:spPr/>
        <p:txBody>
          <a:bodyPr/>
          <a:lstStyle/>
          <a:p>
            <a:fld id="{D4993633-49DE-445B-81D8-E52BA6DB7EAF}" type="datetime1">
              <a:rPr lang="en-US" smtClean="0"/>
              <a:t>9/14/26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25167426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lnSpcReduction="10000"/>
          </a:bodyPr>
          <a:lstStyle/>
          <a:p>
            <a:pPr rtl="0" eaLnBrk="1" fontAlgn="t" latinLnBrk="0" hangingPunct="1"/>
            <a:r>
              <a:rPr lang="vi-VN" sz="1200" b="1" i="0" u="none" strike="noStrike" kern="1200" dirty="0">
                <a:solidFill>
                  <a:schemeClr val="tx1"/>
                </a:solidFill>
                <a:effectLst/>
                <a:latin typeface="+mn-lt"/>
                <a:ea typeface="+mn-ea"/>
                <a:cs typeface="+mn-cs"/>
              </a:rPr>
              <a:t>Định dạng kịch bản use case</a:t>
            </a:r>
            <a:endParaRPr lang="en-US" dirty="0"/>
          </a:p>
          <a:p>
            <a:pPr rtl="0" eaLnBrk="1" fontAlgn="t" latinLnBrk="0" hangingPunct="1"/>
            <a:endParaRPr lang="en-US" sz="1200" b="0" i="0" u="none" strike="noStrike" kern="1200" dirty="0">
              <a:solidFill>
                <a:schemeClr val="tx1"/>
              </a:solidFill>
              <a:effectLst/>
              <a:latin typeface="+mn-lt"/>
              <a:ea typeface="+mn-ea"/>
              <a:cs typeface="+mn-cs"/>
            </a:endParaRPr>
          </a:p>
          <a:p>
            <a:pPr rtl="0" eaLnBrk="1" fontAlgn="t" latinLnBrk="0" hangingPunct="1"/>
            <a:r>
              <a:rPr lang="vi-VN" sz="1200" b="0" i="0" u="none" strike="noStrike" kern="1200" dirty="0">
                <a:solidFill>
                  <a:schemeClr val="tx1"/>
                </a:solidFill>
                <a:effectLst/>
                <a:latin typeface="+mn-lt"/>
                <a:ea typeface="+mn-ea"/>
                <a:cs typeface="+mn-cs"/>
              </a:rPr>
              <a:t>Mã Use Case: </a:t>
            </a:r>
          </a:p>
          <a:p>
            <a:pPr rtl="0" eaLnBrk="1" fontAlgn="t" latinLnBrk="0" hangingPunct="1"/>
            <a:r>
              <a:rPr lang="vi-VN" sz="1200" b="0" i="0" u="none" strike="noStrike" kern="1200" dirty="0">
                <a:solidFill>
                  <a:schemeClr val="tx1"/>
                </a:solidFill>
                <a:effectLst/>
                <a:latin typeface="+mn-lt"/>
                <a:ea typeface="+mn-ea"/>
                <a:cs typeface="+mn-cs"/>
              </a:rPr>
              <a:t>Tên Use Case:</a:t>
            </a:r>
          </a:p>
          <a:p>
            <a:pPr rtl="0" eaLnBrk="1" fontAlgn="t" latinLnBrk="0" hangingPunct="1"/>
            <a:r>
              <a:rPr lang="vi-VN" sz="1200" b="0" i="0" u="none" strike="noStrike" kern="1200" dirty="0">
                <a:solidFill>
                  <a:schemeClr val="tx1"/>
                </a:solidFill>
                <a:effectLst/>
                <a:latin typeface="+mn-lt"/>
                <a:ea typeface="+mn-ea"/>
                <a:cs typeface="+mn-cs"/>
              </a:rPr>
              <a:t>Người tạo:</a:t>
            </a:r>
          </a:p>
          <a:p>
            <a:pPr rtl="0" eaLnBrk="1" fontAlgn="t" latinLnBrk="0" hangingPunct="1"/>
            <a:r>
              <a:rPr lang="vi-VN" sz="1200" b="0" i="0" u="none" strike="noStrike" kern="1200" dirty="0">
                <a:solidFill>
                  <a:schemeClr val="tx1"/>
                </a:solidFill>
                <a:effectLst/>
                <a:latin typeface="+mn-lt"/>
                <a:ea typeface="+mn-ea"/>
                <a:cs typeface="+mn-cs"/>
              </a:rPr>
              <a:t>Người cập nhật cuối:</a:t>
            </a:r>
          </a:p>
          <a:p>
            <a:pPr rtl="0" eaLnBrk="1" fontAlgn="t" latinLnBrk="0" hangingPunct="1"/>
            <a:r>
              <a:rPr lang="vi-VN" sz="1200" b="0" i="0" u="none" strike="noStrike" kern="1200" dirty="0">
                <a:solidFill>
                  <a:schemeClr val="tx1"/>
                </a:solidFill>
                <a:effectLst/>
                <a:latin typeface="+mn-lt"/>
                <a:ea typeface="+mn-ea"/>
                <a:cs typeface="+mn-cs"/>
              </a:rPr>
              <a:t>Ngày tạo:</a:t>
            </a:r>
          </a:p>
          <a:p>
            <a:pPr rtl="0" eaLnBrk="1" fontAlgn="t" latinLnBrk="0" hangingPunct="1"/>
            <a:r>
              <a:rPr lang="vi-VN" sz="1200" b="0" i="0" u="none" strike="noStrike" kern="1200" dirty="0">
                <a:solidFill>
                  <a:schemeClr val="tx1"/>
                </a:solidFill>
                <a:effectLst/>
                <a:latin typeface="+mn-lt"/>
                <a:ea typeface="+mn-ea"/>
                <a:cs typeface="+mn-cs"/>
              </a:rPr>
              <a:t>Ngày cập nhật cuối:</a:t>
            </a:r>
          </a:p>
          <a:p>
            <a:pPr rtl="0" eaLnBrk="1" fontAlgn="t" latinLnBrk="0" hangingPunct="1"/>
            <a:r>
              <a:rPr lang="vi-VN" sz="1200" b="0" i="0" u="none" strike="noStrike" kern="1200" dirty="0">
                <a:solidFill>
                  <a:schemeClr val="tx1"/>
                </a:solidFill>
                <a:effectLst/>
                <a:latin typeface="+mn-lt"/>
                <a:ea typeface="+mn-ea"/>
                <a:cs typeface="+mn-cs"/>
              </a:rPr>
              <a:t>Các actor:</a:t>
            </a:r>
          </a:p>
          <a:p>
            <a:pPr rtl="0" eaLnBrk="1" fontAlgn="t" latinLnBrk="0" hangingPunct="1"/>
            <a:r>
              <a:rPr lang="vi-VN" sz="1200" b="0" i="0" u="none" strike="noStrike" kern="1200" dirty="0">
                <a:solidFill>
                  <a:schemeClr val="tx1"/>
                </a:solidFill>
                <a:effectLst/>
                <a:latin typeface="+mn-lt"/>
                <a:ea typeface="+mn-ea"/>
                <a:cs typeface="+mn-cs"/>
              </a:rPr>
              <a:t>Mô tả:</a:t>
            </a:r>
          </a:p>
          <a:p>
            <a:pPr rtl="0" eaLnBrk="1" fontAlgn="t" latinLnBrk="0" hangingPunct="1"/>
            <a:r>
              <a:rPr lang="vi-VN" sz="1200" b="0" i="0" u="none" strike="noStrike" kern="1200" dirty="0">
                <a:solidFill>
                  <a:schemeClr val="tx1"/>
                </a:solidFill>
                <a:effectLst/>
                <a:latin typeface="+mn-lt"/>
                <a:ea typeface="+mn-ea"/>
                <a:cs typeface="+mn-cs"/>
              </a:rPr>
              <a:t>Tác nhân kích hoạt:</a:t>
            </a:r>
          </a:p>
          <a:p>
            <a:pPr rtl="0" eaLnBrk="1" fontAlgn="t" latinLnBrk="0" hangingPunct="1"/>
            <a:r>
              <a:rPr lang="vi-VN" sz="1200" b="0" i="0" u="none" strike="noStrike" kern="1200" dirty="0">
                <a:solidFill>
                  <a:schemeClr val="tx1"/>
                </a:solidFill>
                <a:effectLst/>
                <a:latin typeface="+mn-lt"/>
                <a:ea typeface="+mn-ea"/>
                <a:cs typeface="+mn-cs"/>
              </a:rPr>
              <a:t>Tiền điều kiện:</a:t>
            </a:r>
          </a:p>
          <a:p>
            <a:pPr rtl="0" eaLnBrk="1" fontAlgn="t" latinLnBrk="0" hangingPunct="1"/>
            <a:r>
              <a:rPr lang="vi-VN" sz="1200" b="0" i="0" u="none" strike="noStrike" kern="1200" dirty="0" err="1">
                <a:solidFill>
                  <a:schemeClr val="tx1"/>
                </a:solidFill>
                <a:effectLst/>
                <a:latin typeface="+mn-lt"/>
                <a:ea typeface="+mn-ea"/>
                <a:cs typeface="+mn-cs"/>
              </a:rPr>
              <a:t>Hậu điều kiện:</a:t>
            </a:r>
          </a:p>
          <a:p>
            <a:pPr rtl="0" eaLnBrk="1" fontAlgn="t" latinLnBrk="0" hangingPunct="1"/>
            <a:r>
              <a:rPr lang="vi-VN" sz="1200" b="0" i="0" u="none" strike="noStrike" kern="1200" dirty="0">
                <a:solidFill>
                  <a:schemeClr val="tx1"/>
                </a:solidFill>
                <a:effectLst/>
                <a:latin typeface="+mn-lt"/>
                <a:ea typeface="+mn-ea"/>
                <a:cs typeface="+mn-cs"/>
              </a:rPr>
              <a:t>Luồng chính:</a:t>
            </a:r>
          </a:p>
          <a:p>
            <a:pPr rtl="0" eaLnBrk="1" fontAlgn="t" latinLnBrk="0" hangingPunct="1"/>
            <a:r>
              <a:rPr lang="vi-VN" sz="1200" b="0" i="0" u="none" strike="noStrike" kern="1200" dirty="0">
                <a:solidFill>
                  <a:schemeClr val="tx1"/>
                </a:solidFill>
                <a:effectLst/>
                <a:latin typeface="+mn-lt"/>
                <a:ea typeface="+mn-ea"/>
                <a:cs typeface="+mn-cs"/>
              </a:rPr>
              <a:t>Luồng thay thế:</a:t>
            </a:r>
          </a:p>
          <a:p>
            <a:pPr rtl="0" eaLnBrk="1" fontAlgn="t" latinLnBrk="0" hangingPunct="1"/>
            <a:r>
              <a:rPr lang="vi-VN" sz="1200" b="0" i="0" u="none" strike="noStrike" kern="1200" dirty="0">
                <a:solidFill>
                  <a:schemeClr val="tx1"/>
                </a:solidFill>
                <a:effectLst/>
                <a:latin typeface="+mn-lt"/>
                <a:ea typeface="+mn-ea"/>
                <a:cs typeface="+mn-cs"/>
              </a:rPr>
              <a:t>Ngoại lệ:</a:t>
            </a:r>
          </a:p>
          <a:p>
            <a:pPr rtl="0" eaLnBrk="1" fontAlgn="t" latinLnBrk="0" hangingPunct="1"/>
            <a:r>
              <a:rPr lang="vi-VN" sz="1200" b="0" i="0" u="none" strike="noStrike" kern="1200" dirty="0">
                <a:solidFill>
                  <a:schemeClr val="tx1"/>
                </a:solidFill>
                <a:effectLst/>
                <a:latin typeface="+mn-lt"/>
                <a:ea typeface="+mn-ea"/>
                <a:cs typeface="+mn-cs"/>
              </a:rPr>
              <a:t>Bao gồm:</a:t>
            </a:r>
          </a:p>
          <a:p>
            <a:pPr rtl="0" eaLnBrk="1" fontAlgn="t" latinLnBrk="0" hangingPunct="1"/>
            <a:r>
              <a:rPr lang="vi-VN" sz="1200" b="0" i="0" u="none" strike="noStrike" kern="1200" dirty="0">
                <a:solidFill>
                  <a:schemeClr val="tx1"/>
                </a:solidFill>
                <a:effectLst/>
                <a:latin typeface="+mn-lt"/>
                <a:ea typeface="+mn-ea"/>
                <a:cs typeface="+mn-cs"/>
              </a:rPr>
              <a:t>Mức ưu tiên:</a:t>
            </a:r>
          </a:p>
          <a:p>
            <a:pPr rtl="0" eaLnBrk="1" fontAlgn="t" latinLnBrk="0" hangingPunct="1"/>
            <a:r>
              <a:rPr lang="vi-VN" sz="1200" b="0" i="0" u="none" strike="noStrike" kern="1200" dirty="0">
                <a:solidFill>
                  <a:schemeClr val="tx1"/>
                </a:solidFill>
                <a:effectLst/>
                <a:latin typeface="+mn-lt"/>
                <a:ea typeface="+mn-ea"/>
                <a:cs typeface="+mn-cs"/>
              </a:rPr>
              <a:t>Tần suất sử dụng:</a:t>
            </a:r>
          </a:p>
          <a:p>
            <a:pPr rtl="0" eaLnBrk="1" fontAlgn="t" latinLnBrk="0" hangingPunct="1"/>
            <a:r>
              <a:rPr lang="vi-VN" sz="1200" b="0" i="0" u="none" strike="noStrike" kern="1200" dirty="0">
                <a:solidFill>
                  <a:schemeClr val="tx1"/>
                </a:solidFill>
                <a:effectLst/>
                <a:latin typeface="+mn-lt"/>
                <a:ea typeface="+mn-ea"/>
                <a:cs typeface="+mn-cs"/>
              </a:rPr>
              <a:t>Quy tắc nghiệp vụ:</a:t>
            </a:r>
          </a:p>
          <a:p>
            <a:pPr rtl="0" eaLnBrk="1" fontAlgn="t" latinLnBrk="0" hangingPunct="1"/>
            <a:r>
              <a:rPr lang="vi-VN" sz="1200" b="0" i="0" u="none" strike="noStrike" kern="1200" dirty="0">
                <a:solidFill>
                  <a:schemeClr val="tx1"/>
                </a:solidFill>
                <a:effectLst/>
                <a:latin typeface="+mn-lt"/>
                <a:ea typeface="+mn-ea"/>
                <a:cs typeface="+mn-cs"/>
              </a:rPr>
              <a:t>Yêu cầu đặc biệt:</a:t>
            </a:r>
          </a:p>
          <a:p>
            <a:pPr rtl="0" eaLnBrk="1" fontAlgn="t" latinLnBrk="0" hangingPunct="1"/>
            <a:r>
              <a:rPr lang="vi-VN" sz="1200" b="0" i="0" u="none" strike="noStrike" kern="1200" dirty="0">
                <a:solidFill>
                  <a:schemeClr val="tx1"/>
                </a:solidFill>
                <a:effectLst/>
                <a:latin typeface="+mn-lt"/>
                <a:ea typeface="+mn-ea"/>
                <a:cs typeface="+mn-cs"/>
              </a:rPr>
              <a:t>Giả định:</a:t>
            </a:r>
          </a:p>
          <a:p>
            <a:pPr rtl="0" eaLnBrk="1" fontAlgn="t" latinLnBrk="0" hangingPunct="1"/>
            <a:r>
              <a:rPr lang="vi-VN" sz="1200" b="0" i="0" u="none" strike="noStrike" kern="1200" dirty="0">
                <a:solidFill>
                  <a:schemeClr val="tx1"/>
                </a:solidFill>
                <a:effectLst/>
                <a:latin typeface="+mn-lt"/>
                <a:ea typeface="+mn-ea"/>
                <a:cs typeface="+mn-cs"/>
              </a:rPr>
              <a:t>Ghi chú và vấn đề:</a:t>
            </a:r>
          </a:p>
        </p:txBody>
      </p:sp>
      <p:sp>
        <p:nvSpPr>
          <p:cNvPr id="4" name="Slide Number Placeholder 3"/>
          <p:cNvSpPr>
            <a:spLocks noGrp="1"/>
          </p:cNvSpPr>
          <p:nvPr>
            <p:ph type="sldNum" sz="quarter" idx="10"/>
          </p:nvPr>
        </p:nvSpPr>
        <p:spPr/>
        <p:txBody>
          <a:bodyPr/>
          <a:lstStyle/>
          <a:p>
            <a:fld id="{F999B78F-7C08-ED42-8E36-4ED23DEF8F74}" type="slidenum">
              <a:rPr lang="en-US" smtClean="0"/>
              <a:t>18</a:t>
            </a:fld>
            <a:endParaRPr lang="en-US"/>
          </a:p>
        </p:txBody>
      </p:sp>
      <p:sp>
        <p:nvSpPr>
          <p:cNvPr id="5" name="Date Placeholder 4"/>
          <p:cNvSpPr>
            <a:spLocks noGrp="1"/>
          </p:cNvSpPr>
          <p:nvPr>
            <p:ph type="dt" idx="11"/>
          </p:nvPr>
        </p:nvSpPr>
        <p:spPr/>
        <p:txBody>
          <a:bodyPr/>
          <a:lstStyle/>
          <a:p>
            <a:fld id="{3402D679-CC1E-4367-9B28-DB0936495620}" type="datetime1">
              <a:rPr lang="en-US" smtClean="0"/>
              <a:t>9/14/26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3840799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999B78F-7C08-ED42-8E36-4ED23DEF8F74}" type="slidenum">
              <a:rPr lang="en-US" smtClean="0"/>
              <a:t>20</a:t>
            </a:fld>
            <a:endParaRPr lang="en-US"/>
          </a:p>
        </p:txBody>
      </p:sp>
      <p:sp>
        <p:nvSpPr>
          <p:cNvPr id="5" name="Date Placeholder 4"/>
          <p:cNvSpPr>
            <a:spLocks noGrp="1"/>
          </p:cNvSpPr>
          <p:nvPr>
            <p:ph type="dt" idx="11"/>
          </p:nvPr>
        </p:nvSpPr>
        <p:spPr/>
        <p:txBody>
          <a:bodyPr/>
          <a:lstStyle/>
          <a:p>
            <a:fld id="{A90A4C66-1AD1-4B14-BCCD-67FE3EB7AE0D}" type="datetime1">
              <a:rPr lang="en-US" smtClean="0"/>
              <a:t>9/14/26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23704002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endParaRPr lang="en-VN" dirty="0"/>
          </a:p>
        </p:txBody>
      </p:sp>
      <p:sp>
        <p:nvSpPr>
          <p:cNvPr id="4" name="Header Placeholder 3"/>
          <p:cNvSpPr>
            <a:spLocks noGrp="1"/>
          </p:cNvSpPr>
          <p:nvPr>
            <p:ph type="hdr" sz="quarter"/>
          </p:nvPr>
        </p:nvSpPr>
        <p:spPr/>
        <p:txBody>
          <a:bodyPr/>
          <a:lstStyle/>
          <a:p>
            <a:r>
              <a:rPr lang="vi-VN"/>
              <a:t>Công nghệ phần mềm - CO3001</a:t>
            </a:r>
          </a:p>
        </p:txBody>
      </p:sp>
      <p:sp>
        <p:nvSpPr>
          <p:cNvPr id="5" name="Date Placeholder 4"/>
          <p:cNvSpPr>
            <a:spLocks noGrp="1"/>
          </p:cNvSpPr>
          <p:nvPr>
            <p:ph type="dt" idx="1"/>
          </p:nvPr>
        </p:nvSpPr>
        <p:spPr/>
        <p:txBody>
          <a:bodyPr/>
          <a:lstStyle/>
          <a:p>
            <a:fld id="{FB709F5A-7F7E-482C-88C1-7356869ACCEA}" type="datetime1">
              <a:rPr lang="en-US" smtClean="0"/>
              <a:t>9/14/26</a:t>
            </a:fld>
            <a:endParaRPr lang="en-US"/>
          </a:p>
        </p:txBody>
      </p:sp>
      <p:sp>
        <p:nvSpPr>
          <p:cNvPr id="6" name="Slide Number Placeholder 5"/>
          <p:cNvSpPr>
            <a:spLocks noGrp="1"/>
          </p:cNvSpPr>
          <p:nvPr>
            <p:ph type="sldNum" sz="quarter" idx="5"/>
          </p:nvPr>
        </p:nvSpPr>
        <p:spPr/>
        <p:txBody>
          <a:bodyPr/>
          <a:lstStyle/>
          <a:p>
            <a:fld id="{F999B78F-7C08-ED42-8E36-4ED23DEF8F74}" type="slidenum">
              <a:rPr lang="en-US" smtClean="0"/>
              <a:t>22</a:t>
            </a:fld>
            <a:endParaRPr lang="en-US"/>
          </a:p>
        </p:txBody>
      </p:sp>
    </p:spTree>
    <p:extLst>
      <p:ext uri="{BB962C8B-B14F-4D97-AF65-F5344CB8AC3E}">
        <p14:creationId xmlns:p14="http://schemas.microsoft.com/office/powerpoint/2010/main" val="40498431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Header Placeholder 3"/>
          <p:cNvSpPr>
            <a:spLocks noGrp="1"/>
          </p:cNvSpPr>
          <p:nvPr>
            <p:ph type="hdr" sz="quarter"/>
          </p:nvPr>
        </p:nvSpPr>
        <p:spPr/>
        <p:txBody>
          <a:bodyPr/>
          <a:lstStyle/>
          <a:p>
            <a:r>
              <a:rPr lang="vi-VN"/>
              <a:t>Công nghệ phần mềm - CO3001</a:t>
            </a:r>
          </a:p>
        </p:txBody>
      </p:sp>
      <p:sp>
        <p:nvSpPr>
          <p:cNvPr id="5" name="Date Placeholder 4"/>
          <p:cNvSpPr>
            <a:spLocks noGrp="1"/>
          </p:cNvSpPr>
          <p:nvPr>
            <p:ph type="dt" idx="1"/>
          </p:nvPr>
        </p:nvSpPr>
        <p:spPr/>
        <p:txBody>
          <a:bodyPr/>
          <a:lstStyle/>
          <a:p>
            <a:fld id="{FB709F5A-7F7E-482C-88C1-7356869ACCEA}" type="datetime1">
              <a:rPr lang="en-US" smtClean="0"/>
              <a:t>9/14/26</a:t>
            </a:fld>
            <a:endParaRPr lang="en-US"/>
          </a:p>
        </p:txBody>
      </p:sp>
      <p:sp>
        <p:nvSpPr>
          <p:cNvPr id="6" name="Slide Number Placeholder 5"/>
          <p:cNvSpPr>
            <a:spLocks noGrp="1"/>
          </p:cNvSpPr>
          <p:nvPr>
            <p:ph type="sldNum" sz="quarter" idx="5"/>
          </p:nvPr>
        </p:nvSpPr>
        <p:spPr/>
        <p:txBody>
          <a:bodyPr/>
          <a:lstStyle/>
          <a:p>
            <a:fld id="{F999B78F-7C08-ED42-8E36-4ED23DEF8F74}" type="slidenum">
              <a:rPr lang="en-US" smtClean="0"/>
              <a:t>23</a:t>
            </a:fld>
            <a:endParaRPr lang="en-US"/>
          </a:p>
        </p:txBody>
      </p:sp>
    </p:spTree>
    <p:extLst>
      <p:ext uri="{BB962C8B-B14F-4D97-AF65-F5344CB8AC3E}">
        <p14:creationId xmlns:p14="http://schemas.microsoft.com/office/powerpoint/2010/main" val="34832292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Header Placeholder 3"/>
          <p:cNvSpPr>
            <a:spLocks noGrp="1"/>
          </p:cNvSpPr>
          <p:nvPr>
            <p:ph type="hdr" sz="quarter"/>
          </p:nvPr>
        </p:nvSpPr>
        <p:spPr/>
        <p:txBody>
          <a:bodyPr/>
          <a:lstStyle/>
          <a:p>
            <a:r>
              <a:rPr lang="vi-VN"/>
              <a:t>Công nghệ phần mềm - CO3001</a:t>
            </a:r>
          </a:p>
        </p:txBody>
      </p:sp>
      <p:sp>
        <p:nvSpPr>
          <p:cNvPr id="5" name="Date Placeholder 4"/>
          <p:cNvSpPr>
            <a:spLocks noGrp="1"/>
          </p:cNvSpPr>
          <p:nvPr>
            <p:ph type="dt" idx="1"/>
          </p:nvPr>
        </p:nvSpPr>
        <p:spPr/>
        <p:txBody>
          <a:bodyPr/>
          <a:lstStyle/>
          <a:p>
            <a:fld id="{FB709F5A-7F7E-482C-88C1-7356869ACCEA}" type="datetime1">
              <a:rPr lang="en-US" smtClean="0"/>
              <a:t>9/14/26</a:t>
            </a:fld>
            <a:endParaRPr lang="en-US"/>
          </a:p>
        </p:txBody>
      </p:sp>
      <p:sp>
        <p:nvSpPr>
          <p:cNvPr id="6" name="Slide Number Placeholder 5"/>
          <p:cNvSpPr>
            <a:spLocks noGrp="1"/>
          </p:cNvSpPr>
          <p:nvPr>
            <p:ph type="sldNum" sz="quarter" idx="5"/>
          </p:nvPr>
        </p:nvSpPr>
        <p:spPr/>
        <p:txBody>
          <a:bodyPr/>
          <a:lstStyle/>
          <a:p>
            <a:fld id="{F999B78F-7C08-ED42-8E36-4ED23DEF8F74}" type="slidenum">
              <a:rPr lang="en-US" smtClean="0"/>
              <a:t>25</a:t>
            </a:fld>
            <a:endParaRPr lang="en-US"/>
          </a:p>
        </p:txBody>
      </p:sp>
    </p:spTree>
    <p:extLst>
      <p:ext uri="{BB962C8B-B14F-4D97-AF65-F5344CB8AC3E}">
        <p14:creationId xmlns:p14="http://schemas.microsoft.com/office/powerpoint/2010/main" val="23577058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vi-VN"/>
              <a:t>Công nghệ phần mềm - CO3001</a:t>
            </a:r>
          </a:p>
        </p:txBody>
      </p:sp>
      <p:sp>
        <p:nvSpPr>
          <p:cNvPr id="5" name="Date Placeholder 4"/>
          <p:cNvSpPr>
            <a:spLocks noGrp="1"/>
          </p:cNvSpPr>
          <p:nvPr>
            <p:ph type="dt" idx="11"/>
          </p:nvPr>
        </p:nvSpPr>
        <p:spPr/>
        <p:txBody>
          <a:bodyPr/>
          <a:lstStyle/>
          <a:p>
            <a:fld id="{4796E22F-3A75-4DDC-94C3-C0B0774705B0}" type="datetime1">
              <a:rPr lang="en-US" smtClean="0"/>
              <a:t>9/14/26</a:t>
            </a:fld>
            <a:endParaRPr lang="en-US"/>
          </a:p>
        </p:txBody>
      </p:sp>
      <p:sp>
        <p:nvSpPr>
          <p:cNvPr id="6" name="Slide Number Placeholder 5"/>
          <p:cNvSpPr>
            <a:spLocks noGrp="1"/>
          </p:cNvSpPr>
          <p:nvPr>
            <p:ph type="sldNum" sz="quarter" idx="12"/>
          </p:nvPr>
        </p:nvSpPr>
        <p:spPr/>
        <p:txBody>
          <a:bodyPr/>
          <a:lstStyle/>
          <a:p>
            <a:fld id="{F999B78F-7C08-ED42-8E36-4ED23DEF8F74}" type="slidenum">
              <a:rPr lang="en-US" smtClean="0"/>
              <a:t>26</a:t>
            </a:fld>
            <a:endParaRPr lang="en-US"/>
          </a:p>
        </p:txBody>
      </p:sp>
    </p:spTree>
    <p:extLst>
      <p:ext uri="{BB962C8B-B14F-4D97-AF65-F5344CB8AC3E}">
        <p14:creationId xmlns:p14="http://schemas.microsoft.com/office/powerpoint/2010/main" val="1341147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10000"/>
          </a:bodyPr>
          <a:lstStyle/>
          <a:p>
            <a:endParaRPr lang="vi-VN" dirty="0"/>
          </a:p>
        </p:txBody>
      </p:sp>
      <p:sp>
        <p:nvSpPr>
          <p:cNvPr id="4" name="Slide Number Placeholder 3"/>
          <p:cNvSpPr>
            <a:spLocks noGrp="1"/>
          </p:cNvSpPr>
          <p:nvPr>
            <p:ph type="sldNum" sz="quarter" idx="10"/>
          </p:nvPr>
        </p:nvSpPr>
        <p:spPr/>
        <p:txBody>
          <a:bodyPr/>
          <a:lstStyle/>
          <a:p>
            <a:fld id="{F999B78F-7C08-ED42-8E36-4ED23DEF8F74}" type="slidenum">
              <a:rPr lang="en-US" smtClean="0"/>
              <a:t>27</a:t>
            </a:fld>
            <a:endParaRPr lang="en-US"/>
          </a:p>
        </p:txBody>
      </p:sp>
      <p:sp>
        <p:nvSpPr>
          <p:cNvPr id="5" name="Date Placeholder 4"/>
          <p:cNvSpPr>
            <a:spLocks noGrp="1"/>
          </p:cNvSpPr>
          <p:nvPr>
            <p:ph type="dt" idx="11"/>
          </p:nvPr>
        </p:nvSpPr>
        <p:spPr/>
        <p:txBody>
          <a:bodyPr/>
          <a:lstStyle/>
          <a:p>
            <a:fld id="{6847C333-55CA-441E-B44A-91F9E34E6C64}" type="datetime1">
              <a:rPr lang="en-US" smtClean="0"/>
              <a:t>9/14/26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8127389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vi-VN" dirty="0"/>
              <a:t>Sơ đồ lớp được dùng khi phát triển mô hình hệ thống hướng đối tượng để thể hiện các lớp trong hệ thống và các association giữa những lớp này. </a:t>
            </a:r>
          </a:p>
          <a:p>
            <a:pPr marL="171450" indent="-171450">
              <a:buFont typeface="Arial" panose="020B0604020202020204" pitchFamily="34" charset="0"/>
              <a:buChar char="•"/>
            </a:pPr>
            <a:r>
              <a:rPr lang="vi-VN" dirty="0"/>
              <a:t>Một lớp đối tượng có thể xem là định nghĩa tổng quát cho một loại đối tượng của hệ thống. </a:t>
            </a:r>
          </a:p>
          <a:p>
            <a:pPr marL="171450" indent="-171450">
              <a:buFont typeface="Arial" panose="020B0604020202020204" pitchFamily="34" charset="0"/>
              <a:buChar char="•"/>
            </a:pPr>
            <a:r>
              <a:rPr lang="vi-VN" dirty="0"/>
              <a:t>Association là mối liên kết giữa các lớp, cho biết giữa các lớp này có một mối quan hệ nào đó. </a:t>
            </a:r>
          </a:p>
          <a:p>
            <a:pPr marL="171450" indent="-171450">
              <a:buFont typeface="Arial" panose="020B0604020202020204" pitchFamily="34" charset="0"/>
              <a:buChar char="•"/>
            </a:pPr>
            <a:r>
              <a:rPr lang="vi-VN" dirty="0"/>
              <a:t>Khi xây dựng mô hình ở giai đoạn đầu của quy trình công nghệ phần mềm, các đối tượng đại diện cho những thứ có thật trong thế giới thực, chẳng hạn bệnh nhân, đơn thuốc, bác sĩ, v.v. </a:t>
            </a:r>
          </a:p>
          <a:p>
            <a:pPr marL="171450" indent="-171450">
              <a:buFont typeface="Arial" panose="020B0604020202020204" pitchFamily="34" charset="0"/>
              <a:buChar char="•"/>
            </a:pPr>
            <a:r>
              <a:rPr lang="vi-VN" dirty="0"/>
              <a:t>Khi quá trình triển khai tiến triển, thường cần định nghĩa thêm các đối tượng triển khai để cung cấp chức năng mà hệ thống yêu cầu.</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F999B78F-7C08-ED42-8E36-4ED23DEF8F74}" type="slidenum">
              <a:rPr lang="en-US" smtClean="0"/>
              <a:t>28</a:t>
            </a:fld>
            <a:endParaRPr lang="en-US"/>
          </a:p>
        </p:txBody>
      </p:sp>
      <p:sp>
        <p:nvSpPr>
          <p:cNvPr id="5" name="Date Placeholder 4"/>
          <p:cNvSpPr>
            <a:spLocks noGrp="1"/>
          </p:cNvSpPr>
          <p:nvPr>
            <p:ph type="dt" idx="11"/>
          </p:nvPr>
        </p:nvSpPr>
        <p:spPr/>
        <p:txBody>
          <a:bodyPr/>
          <a:lstStyle/>
          <a:p>
            <a:fld id="{E2F7CF71-189D-4BB1-9552-D5F20223B79E}" type="datetime1">
              <a:rPr lang="en-US" smtClean="0"/>
              <a:t>9/14/26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29676648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vi-VN" dirty="0"/>
              <a:t>Sơ đồ lớp được dùng khi phát triển mô hình hệ thống hướng đối tượng để thể hiện các lớp trong hệ thống và các association giữa những lớp này. </a:t>
            </a:r>
          </a:p>
          <a:p>
            <a:pPr marL="171450" indent="-171450">
              <a:buFont typeface="Arial" panose="020B0604020202020204" pitchFamily="34" charset="0"/>
              <a:buChar char="•"/>
            </a:pPr>
            <a:r>
              <a:rPr lang="vi-VN" dirty="0"/>
              <a:t>Một lớp đối tượng có thể xem là định nghĩa tổng quát cho một loại đối tượng của hệ thống. </a:t>
            </a:r>
          </a:p>
          <a:p>
            <a:pPr marL="171450" indent="-171450">
              <a:buFont typeface="Arial" panose="020B0604020202020204" pitchFamily="34" charset="0"/>
              <a:buChar char="•"/>
            </a:pPr>
            <a:r>
              <a:rPr lang="vi-VN" dirty="0"/>
              <a:t>Association là mối liên kết giữa các lớp, cho biết giữa các lớp này có một mối quan hệ nào đó. </a:t>
            </a:r>
          </a:p>
          <a:p>
            <a:pPr marL="171450" indent="-171450">
              <a:buFont typeface="Arial" panose="020B0604020202020204" pitchFamily="34" charset="0"/>
              <a:buChar char="•"/>
            </a:pPr>
            <a:r>
              <a:rPr lang="vi-VN" dirty="0"/>
              <a:t>Khi xây dựng mô hình ở giai đoạn đầu của quy trình công nghệ phần mềm, các đối tượng đại diện cho những thứ có thật trong thế giới thực, chẳng hạn bệnh nhân, đơn thuốc, bác sĩ, v.v. </a:t>
            </a:r>
          </a:p>
          <a:p>
            <a:pPr marL="171450" indent="-171450">
              <a:buFont typeface="Arial" panose="020B0604020202020204" pitchFamily="34" charset="0"/>
              <a:buChar char="•"/>
            </a:pPr>
            <a:r>
              <a:rPr lang="vi-VN" dirty="0"/>
              <a:t>Khi quá trình triển khai tiến triển, thường cần định nghĩa thêm các đối tượng triển khai để cung cấp chức năng mà hệ thống yêu cầu.</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F999B78F-7C08-ED42-8E36-4ED23DEF8F74}" type="slidenum">
              <a:rPr lang="en-US" smtClean="0"/>
              <a:t>29</a:t>
            </a:fld>
            <a:endParaRPr lang="en-US"/>
          </a:p>
        </p:txBody>
      </p:sp>
      <p:sp>
        <p:nvSpPr>
          <p:cNvPr id="5" name="Date Placeholder 4"/>
          <p:cNvSpPr>
            <a:spLocks noGrp="1"/>
          </p:cNvSpPr>
          <p:nvPr>
            <p:ph type="dt" idx="11"/>
          </p:nvPr>
        </p:nvSpPr>
        <p:spPr/>
        <p:txBody>
          <a:bodyPr/>
          <a:lstStyle/>
          <a:p>
            <a:fld id="{B619E5BA-F180-4448-9A3C-B63E0E97040E}" type="datetime1">
              <a:rPr lang="en-US" smtClean="0"/>
              <a:t>9/14/26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7664194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vi-VN" dirty="0"/>
              <a:t>Sơ đồ lớp được dùng khi phát triển mô hình hệ thống hướng đối tượng để thể hiện các lớp trong hệ thống và các association giữa những lớp này. </a:t>
            </a:r>
          </a:p>
          <a:p>
            <a:pPr marL="171450" indent="-171450">
              <a:buFont typeface="Arial" panose="020B0604020202020204" pitchFamily="34" charset="0"/>
              <a:buChar char="•"/>
            </a:pPr>
            <a:r>
              <a:rPr lang="vi-VN" dirty="0"/>
              <a:t>Một lớp đối tượng có thể xem là định nghĩa tổng quát cho một loại đối tượng của hệ thống. </a:t>
            </a:r>
          </a:p>
          <a:p>
            <a:pPr marL="171450" indent="-171450">
              <a:buFont typeface="Arial" panose="020B0604020202020204" pitchFamily="34" charset="0"/>
              <a:buChar char="•"/>
            </a:pPr>
            <a:r>
              <a:rPr lang="vi-VN" dirty="0"/>
              <a:t>Association là mối liên kết giữa các lớp, cho biết giữa các lớp này có một mối quan hệ nào đó. </a:t>
            </a:r>
          </a:p>
          <a:p>
            <a:pPr marL="171450" indent="-171450">
              <a:buFont typeface="Arial" panose="020B0604020202020204" pitchFamily="34" charset="0"/>
              <a:buChar char="•"/>
            </a:pPr>
            <a:r>
              <a:rPr lang="vi-VN" dirty="0"/>
              <a:t>Khi xây dựng mô hình ở giai đoạn đầu của quy trình công nghệ phần mềm, các đối tượng đại diện cho những thứ có thật trong thế giới thực, chẳng hạn bệnh nhân, đơn thuốc, bác sĩ, v.v. </a:t>
            </a:r>
          </a:p>
          <a:p>
            <a:pPr marL="171450" indent="-171450">
              <a:buFont typeface="Arial" panose="020B0604020202020204" pitchFamily="34" charset="0"/>
              <a:buChar char="•"/>
            </a:pPr>
            <a:r>
              <a:rPr lang="vi-VN" dirty="0"/>
              <a:t>Khi quá trình triển khai tiến triển, thường cần định nghĩa thêm các đối tượng triển khai để cung cấp chức năng mà hệ thống yêu cầu.</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F999B78F-7C08-ED42-8E36-4ED23DEF8F74}" type="slidenum">
              <a:rPr lang="en-US" smtClean="0"/>
              <a:t>30</a:t>
            </a:fld>
            <a:endParaRPr lang="en-US"/>
          </a:p>
        </p:txBody>
      </p:sp>
      <p:sp>
        <p:nvSpPr>
          <p:cNvPr id="5" name="Date Placeholder 4"/>
          <p:cNvSpPr>
            <a:spLocks noGrp="1"/>
          </p:cNvSpPr>
          <p:nvPr>
            <p:ph type="dt" idx="11"/>
          </p:nvPr>
        </p:nvSpPr>
        <p:spPr/>
        <p:txBody>
          <a:bodyPr/>
          <a:lstStyle/>
          <a:p>
            <a:fld id="{63586C75-BE75-4369-AD31-92C72BAB5DEB}" type="datetime1">
              <a:rPr lang="en-US" smtClean="0"/>
              <a:t>9/14/26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26866387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vi-VN" dirty="0"/>
              <a:t>Sơ đồ lớp được dùng khi phát triển mô hình hệ thống hướng đối tượng để thể hiện các lớp trong hệ thống và các association giữa những lớp này. </a:t>
            </a:r>
          </a:p>
          <a:p>
            <a:pPr marL="171450" indent="-171450">
              <a:buFont typeface="Arial" panose="020B0604020202020204" pitchFamily="34" charset="0"/>
              <a:buChar char="•"/>
            </a:pPr>
            <a:r>
              <a:rPr lang="vi-VN" dirty="0"/>
              <a:t>Một lớp đối tượng có thể xem là định nghĩa tổng quát cho một loại đối tượng của hệ thống. </a:t>
            </a:r>
          </a:p>
          <a:p>
            <a:pPr marL="171450" indent="-171450">
              <a:buFont typeface="Arial" panose="020B0604020202020204" pitchFamily="34" charset="0"/>
              <a:buChar char="•"/>
            </a:pPr>
            <a:r>
              <a:rPr lang="vi-VN" dirty="0"/>
              <a:t>Association là mối liên kết giữa các lớp, cho biết giữa các lớp này có một mối quan hệ nào đó. </a:t>
            </a:r>
          </a:p>
          <a:p>
            <a:pPr marL="171450" indent="-171450">
              <a:buFont typeface="Arial" panose="020B0604020202020204" pitchFamily="34" charset="0"/>
              <a:buChar char="•"/>
            </a:pPr>
            <a:r>
              <a:rPr lang="vi-VN" dirty="0"/>
              <a:t>Khi xây dựng mô hình ở giai đoạn đầu của quy trình công nghệ phần mềm, các đối tượng đại diện cho những thứ có thật trong thế giới thực, chẳng hạn bệnh nhân, đơn thuốc, bác sĩ, v.v. </a:t>
            </a:r>
          </a:p>
          <a:p>
            <a:pPr marL="171450" indent="-171450">
              <a:buFont typeface="Arial" panose="020B0604020202020204" pitchFamily="34" charset="0"/>
              <a:buChar char="•"/>
            </a:pPr>
            <a:r>
              <a:rPr lang="vi-VN" dirty="0"/>
              <a:t>Khi quá trình triển khai tiến triển, thường cần định nghĩa thêm các đối tượng triển khai để cung cấp chức năng mà hệ thống yêu cầu.</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F999B78F-7C08-ED42-8E36-4ED23DEF8F74}" type="slidenum">
              <a:rPr lang="en-US" smtClean="0"/>
              <a:t>31</a:t>
            </a:fld>
            <a:endParaRPr lang="en-US"/>
          </a:p>
        </p:txBody>
      </p:sp>
      <p:sp>
        <p:nvSpPr>
          <p:cNvPr id="5" name="Date Placeholder 4"/>
          <p:cNvSpPr>
            <a:spLocks noGrp="1"/>
          </p:cNvSpPr>
          <p:nvPr>
            <p:ph type="dt" idx="11"/>
          </p:nvPr>
        </p:nvSpPr>
        <p:spPr/>
        <p:txBody>
          <a:bodyPr/>
          <a:lstStyle/>
          <a:p>
            <a:fld id="{2B18D159-7E71-4C11-A2C9-463C194F34B2}" type="datetime1">
              <a:rPr lang="en-US" smtClean="0"/>
              <a:t>9/14/26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1675065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vi-VN" dirty="0"/>
              <a:t>Sơ đồ lớp được dùng khi phát triển mô hình hệ thống hướng đối tượng để thể hiện các lớp trong hệ thống và các association giữa những lớp này. </a:t>
            </a:r>
          </a:p>
          <a:p>
            <a:pPr marL="171450" indent="-171450">
              <a:buFont typeface="Arial" panose="020B0604020202020204" pitchFamily="34" charset="0"/>
              <a:buChar char="•"/>
            </a:pPr>
            <a:r>
              <a:rPr lang="vi-VN" dirty="0"/>
              <a:t>Một lớp đối tượng có thể xem là định nghĩa tổng quát cho một loại đối tượng của hệ thống. </a:t>
            </a:r>
          </a:p>
          <a:p>
            <a:pPr marL="171450" indent="-171450">
              <a:buFont typeface="Arial" panose="020B0604020202020204" pitchFamily="34" charset="0"/>
              <a:buChar char="•"/>
            </a:pPr>
            <a:r>
              <a:rPr lang="vi-VN" dirty="0"/>
              <a:t>Association là mối liên kết giữa các lớp, cho biết giữa các lớp này có một mối quan hệ nào đó. </a:t>
            </a:r>
          </a:p>
          <a:p>
            <a:pPr marL="171450" indent="-171450">
              <a:buFont typeface="Arial" panose="020B0604020202020204" pitchFamily="34" charset="0"/>
              <a:buChar char="•"/>
            </a:pPr>
            <a:r>
              <a:rPr lang="vi-VN" dirty="0"/>
              <a:t>Khi xây dựng mô hình ở giai đoạn đầu của quy trình công nghệ phần mềm, các đối tượng đại diện cho những thứ có thật trong thế giới thực, chẳng hạn bệnh nhân, đơn thuốc, bác sĩ, v.v. </a:t>
            </a:r>
          </a:p>
          <a:p>
            <a:pPr marL="171450" indent="-171450">
              <a:buFont typeface="Arial" panose="020B0604020202020204" pitchFamily="34" charset="0"/>
              <a:buChar char="•"/>
            </a:pPr>
            <a:r>
              <a:rPr lang="vi-VN" dirty="0"/>
              <a:t>Khi quá trình triển khai tiến triển, thường cần định nghĩa thêm các đối tượng triển khai để cung cấp chức năng mà hệ thống yêu cầu.</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F999B78F-7C08-ED42-8E36-4ED23DEF8F74}" type="slidenum">
              <a:rPr lang="en-US" smtClean="0"/>
              <a:t>32</a:t>
            </a:fld>
            <a:endParaRPr lang="en-US"/>
          </a:p>
        </p:txBody>
      </p:sp>
      <p:sp>
        <p:nvSpPr>
          <p:cNvPr id="5" name="Date Placeholder 4"/>
          <p:cNvSpPr>
            <a:spLocks noGrp="1"/>
          </p:cNvSpPr>
          <p:nvPr>
            <p:ph type="dt" idx="11"/>
          </p:nvPr>
        </p:nvSpPr>
        <p:spPr/>
        <p:txBody>
          <a:bodyPr/>
          <a:lstStyle/>
          <a:p>
            <a:fld id="{D8095FB7-F485-44A9-94E1-C7C5CAEA74B6}" type="datetime1">
              <a:rPr lang="en-US" smtClean="0"/>
              <a:t>9/14/26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18272461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vi-VN"/>
              <a:t>Công nghệ phần mềm - CO3001</a:t>
            </a:r>
          </a:p>
        </p:txBody>
      </p:sp>
      <p:sp>
        <p:nvSpPr>
          <p:cNvPr id="5" name="Date Placeholder 4"/>
          <p:cNvSpPr>
            <a:spLocks noGrp="1"/>
          </p:cNvSpPr>
          <p:nvPr>
            <p:ph type="dt" idx="11"/>
          </p:nvPr>
        </p:nvSpPr>
        <p:spPr/>
        <p:txBody>
          <a:bodyPr/>
          <a:lstStyle/>
          <a:p>
            <a:fld id="{8E79EF58-690E-40B1-BB33-83F720AE003C}" type="datetime1">
              <a:rPr lang="en-US" smtClean="0"/>
              <a:t>9/14/26</a:t>
            </a:fld>
            <a:endParaRPr lang="en-US"/>
          </a:p>
        </p:txBody>
      </p:sp>
      <p:sp>
        <p:nvSpPr>
          <p:cNvPr id="6" name="Slide Number Placeholder 5"/>
          <p:cNvSpPr>
            <a:spLocks noGrp="1"/>
          </p:cNvSpPr>
          <p:nvPr>
            <p:ph type="sldNum" sz="quarter" idx="12"/>
          </p:nvPr>
        </p:nvSpPr>
        <p:spPr/>
        <p:txBody>
          <a:bodyPr/>
          <a:lstStyle/>
          <a:p>
            <a:fld id="{F999B78F-7C08-ED42-8E36-4ED23DEF8F74}" type="slidenum">
              <a:rPr lang="en-US" smtClean="0"/>
              <a:t>33</a:t>
            </a:fld>
            <a:endParaRPr lang="en-US"/>
          </a:p>
        </p:txBody>
      </p:sp>
    </p:spTree>
    <p:extLst>
      <p:ext uri="{BB962C8B-B14F-4D97-AF65-F5344CB8AC3E}">
        <p14:creationId xmlns:p14="http://schemas.microsoft.com/office/powerpoint/2010/main" val="12525196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vi-VN"/>
              <a:t>Công nghệ phần mềm - CO3001</a:t>
            </a:r>
          </a:p>
        </p:txBody>
      </p:sp>
      <p:sp>
        <p:nvSpPr>
          <p:cNvPr id="5" name="Date Placeholder 4"/>
          <p:cNvSpPr>
            <a:spLocks noGrp="1"/>
          </p:cNvSpPr>
          <p:nvPr>
            <p:ph type="dt" idx="11"/>
          </p:nvPr>
        </p:nvSpPr>
        <p:spPr/>
        <p:txBody>
          <a:bodyPr/>
          <a:lstStyle/>
          <a:p>
            <a:fld id="{0EF16635-F9D7-4B88-8ADC-5BEF3CC2E0D9}" type="datetime1">
              <a:rPr lang="en-US" smtClean="0"/>
              <a:t>9/14/26</a:t>
            </a:fld>
            <a:endParaRPr lang="en-US"/>
          </a:p>
        </p:txBody>
      </p:sp>
      <p:sp>
        <p:nvSpPr>
          <p:cNvPr id="6" name="Slide Number Placeholder 5"/>
          <p:cNvSpPr>
            <a:spLocks noGrp="1"/>
          </p:cNvSpPr>
          <p:nvPr>
            <p:ph type="sldNum" sz="quarter" idx="12"/>
          </p:nvPr>
        </p:nvSpPr>
        <p:spPr/>
        <p:txBody>
          <a:bodyPr/>
          <a:lstStyle/>
          <a:p>
            <a:fld id="{F999B78F-7C08-ED42-8E36-4ED23DEF8F74}" type="slidenum">
              <a:rPr lang="en-US" smtClean="0"/>
              <a:t>34</a:t>
            </a:fld>
            <a:endParaRPr lang="en-US"/>
          </a:p>
        </p:txBody>
      </p:sp>
    </p:spTree>
    <p:extLst>
      <p:ext uri="{BB962C8B-B14F-4D97-AF65-F5344CB8AC3E}">
        <p14:creationId xmlns:p14="http://schemas.microsoft.com/office/powerpoint/2010/main" val="12343351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lnSpcReduction="10000"/>
          </a:bodyPr>
          <a:lstStyle/>
          <a:p>
            <a:endParaRPr lang="vi-VN" dirty="0"/>
          </a:p>
        </p:txBody>
      </p:sp>
      <p:sp>
        <p:nvSpPr>
          <p:cNvPr id="4" name="Slide Number Placeholder 3"/>
          <p:cNvSpPr>
            <a:spLocks noGrp="1"/>
          </p:cNvSpPr>
          <p:nvPr>
            <p:ph type="sldNum" sz="quarter" idx="10"/>
          </p:nvPr>
        </p:nvSpPr>
        <p:spPr/>
        <p:txBody>
          <a:bodyPr/>
          <a:lstStyle/>
          <a:p>
            <a:fld id="{F999B78F-7C08-ED42-8E36-4ED23DEF8F74}" type="slidenum">
              <a:rPr lang="en-US" smtClean="0"/>
              <a:t>35</a:t>
            </a:fld>
            <a:endParaRPr lang="en-US"/>
          </a:p>
        </p:txBody>
      </p:sp>
      <p:sp>
        <p:nvSpPr>
          <p:cNvPr id="5" name="Date Placeholder 4"/>
          <p:cNvSpPr>
            <a:spLocks noGrp="1"/>
          </p:cNvSpPr>
          <p:nvPr>
            <p:ph type="dt" idx="11"/>
          </p:nvPr>
        </p:nvSpPr>
        <p:spPr/>
        <p:txBody>
          <a:bodyPr/>
          <a:lstStyle/>
          <a:p>
            <a:fld id="{ADC97E9C-D2C9-4845-BD40-B7A868F810C6}" type="datetime1">
              <a:rPr lang="en-US" smtClean="0"/>
              <a:t>9/14/26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4310001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20000"/>
          </a:bodyPr>
          <a:lstStyle/>
          <a:p>
            <a:endParaRPr lang="vi-VN" dirty="0"/>
          </a:p>
        </p:txBody>
      </p:sp>
      <p:sp>
        <p:nvSpPr>
          <p:cNvPr id="4" name="Slide Number Placeholder 3"/>
          <p:cNvSpPr>
            <a:spLocks noGrp="1"/>
          </p:cNvSpPr>
          <p:nvPr>
            <p:ph type="sldNum" sz="quarter" idx="10"/>
          </p:nvPr>
        </p:nvSpPr>
        <p:spPr/>
        <p:txBody>
          <a:bodyPr/>
          <a:lstStyle/>
          <a:p>
            <a:fld id="{F999B78F-7C08-ED42-8E36-4ED23DEF8F74}" type="slidenum">
              <a:rPr lang="en-US" smtClean="0"/>
              <a:t>36</a:t>
            </a:fld>
            <a:endParaRPr lang="en-US"/>
          </a:p>
        </p:txBody>
      </p:sp>
      <p:sp>
        <p:nvSpPr>
          <p:cNvPr id="5" name="Date Placeholder 4"/>
          <p:cNvSpPr>
            <a:spLocks noGrp="1"/>
          </p:cNvSpPr>
          <p:nvPr>
            <p:ph type="dt" idx="11"/>
          </p:nvPr>
        </p:nvSpPr>
        <p:spPr/>
        <p:txBody>
          <a:bodyPr/>
          <a:lstStyle/>
          <a:p>
            <a:fld id="{D5C746C7-157F-4873-81C4-3DD5DABC07CD}" type="datetime1">
              <a:rPr lang="en-US" smtClean="0"/>
              <a:t>9/14/26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11596501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vi-VN" dirty="0"/>
              <a:t>Mô hình hướng dữ liệu: chuỗi xử lý trong phần mềm bơm insulin gồm các bước xử lý (biểu diễn bằng activity) và dữ liệu chảy giữa các bước này (biểu diễn bằng đối tượng).</a:t>
            </a:r>
          </a:p>
          <a:p>
            <a:endParaRPr lang="en-US" dirty="0"/>
          </a:p>
        </p:txBody>
      </p:sp>
      <p:sp>
        <p:nvSpPr>
          <p:cNvPr id="4" name="Slide Number Placeholder 3"/>
          <p:cNvSpPr>
            <a:spLocks noGrp="1"/>
          </p:cNvSpPr>
          <p:nvPr>
            <p:ph type="sldNum" sz="quarter" idx="10"/>
          </p:nvPr>
        </p:nvSpPr>
        <p:spPr/>
        <p:txBody>
          <a:bodyPr/>
          <a:lstStyle/>
          <a:p>
            <a:fld id="{F999B78F-7C08-ED42-8E36-4ED23DEF8F74}" type="slidenum">
              <a:rPr lang="en-US" smtClean="0"/>
              <a:t>37</a:t>
            </a:fld>
            <a:endParaRPr lang="en-US"/>
          </a:p>
        </p:txBody>
      </p:sp>
      <p:sp>
        <p:nvSpPr>
          <p:cNvPr id="5" name="Date Placeholder 4"/>
          <p:cNvSpPr>
            <a:spLocks noGrp="1"/>
          </p:cNvSpPr>
          <p:nvPr>
            <p:ph type="dt" idx="11"/>
          </p:nvPr>
        </p:nvSpPr>
        <p:spPr/>
        <p:txBody>
          <a:bodyPr/>
          <a:lstStyle/>
          <a:p>
            <a:fld id="{DA91EBE9-64D2-46B3-8B95-93439C738077}" type="datetime1">
              <a:rPr lang="en-US" smtClean="0"/>
              <a:t>9/14/26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32395928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vi-VN" dirty="0"/>
              <a:t>Mô hình tuần tự của việc xử lý một đơn hàng và gửi đến nhà cung cấp. Mô hình tuần tự làm nổi bật các đối tượng trong hệ thống, còn sơ đồ luồng dữ liệu làm nổi bật các chức năng. Sơ đồ luồng dữ liệu tương đương cho việc xử lý đơn hàng có trên trang web của sách.</a:t>
            </a:r>
          </a:p>
        </p:txBody>
      </p:sp>
      <p:sp>
        <p:nvSpPr>
          <p:cNvPr id="4" name="Slide Number Placeholder 3"/>
          <p:cNvSpPr>
            <a:spLocks noGrp="1"/>
          </p:cNvSpPr>
          <p:nvPr>
            <p:ph type="sldNum" sz="quarter" idx="10"/>
          </p:nvPr>
        </p:nvSpPr>
        <p:spPr/>
        <p:txBody>
          <a:bodyPr/>
          <a:lstStyle/>
          <a:p>
            <a:fld id="{F999B78F-7C08-ED42-8E36-4ED23DEF8F74}" type="slidenum">
              <a:rPr lang="en-US" smtClean="0"/>
              <a:t>38</a:t>
            </a:fld>
            <a:endParaRPr lang="en-US"/>
          </a:p>
        </p:txBody>
      </p:sp>
      <p:sp>
        <p:nvSpPr>
          <p:cNvPr id="5" name="Date Placeholder 4"/>
          <p:cNvSpPr>
            <a:spLocks noGrp="1"/>
          </p:cNvSpPr>
          <p:nvPr>
            <p:ph type="dt" idx="11"/>
          </p:nvPr>
        </p:nvSpPr>
        <p:spPr/>
        <p:txBody>
          <a:bodyPr/>
          <a:lstStyle/>
          <a:p>
            <a:fld id="{BF5AE765-8B4A-409E-A20D-1D80AF6DE4C9}" type="datetime1">
              <a:rPr lang="en-US" smtClean="0"/>
              <a:t>9/14/26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6723810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lnSpcReduction="10000"/>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fld id="{F999B78F-7C08-ED42-8E36-4ED23DEF8F74}" type="slidenum">
              <a:rPr lang="en-US" smtClean="0"/>
              <a:t>39</a:t>
            </a:fld>
            <a:endParaRPr lang="en-US"/>
          </a:p>
        </p:txBody>
      </p:sp>
      <p:sp>
        <p:nvSpPr>
          <p:cNvPr id="5" name="Date Placeholder 4"/>
          <p:cNvSpPr>
            <a:spLocks noGrp="1"/>
          </p:cNvSpPr>
          <p:nvPr>
            <p:ph type="dt" idx="11"/>
          </p:nvPr>
        </p:nvSpPr>
        <p:spPr/>
        <p:txBody>
          <a:bodyPr/>
          <a:lstStyle/>
          <a:p>
            <a:fld id="{67BCA459-3A82-4000-8A66-20EC99EA9AFD}" type="datetime1">
              <a:rPr lang="en-US" smtClean="0"/>
              <a:t>9/14/26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32775101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vi-VN" dirty="0"/>
              <a:t>Sơ đồ trạng thái của lò vi sóng này dựa trên giả định rằng trình tự thao tác khi dùng lò vi sóng là:</a:t>
            </a:r>
          </a:p>
          <a:p>
            <a:r>
              <a:rPr lang="vi-VN" dirty="0"/>
              <a:t>1. Chọn mức công suất (một nửa hoặc toàn bộ công suất).</a:t>
            </a:r>
          </a:p>
          <a:p>
            <a:r>
              <a:rPr lang="vi-VN" dirty="0"/>
              <a:t>2. Nhập thời gian nấu bằng bàn phím số.</a:t>
            </a:r>
          </a:p>
          <a:p>
            <a:r>
              <a:rPr lang="vi-VN" dirty="0"/>
              <a:t>3. Nhấn Start và thức ăn được nấu trong khoảng thời gian đã nhập.</a:t>
            </a:r>
          </a:p>
          <a:p>
            <a:endParaRPr lang="en-US" dirty="0"/>
          </a:p>
          <a:p>
            <a:r>
              <a:rPr lang="vi-VN" b="1" dirty="0"/>
              <a:t>Ký hiệu của sơ đồ trạng thái UML:</a:t>
            </a:r>
          </a:p>
          <a:p>
            <a:pPr marL="171450" indent="-171450">
              <a:buFontTx/>
              <a:buChar char="-"/>
            </a:pPr>
            <a:r>
              <a:rPr lang="vi-VN" dirty="0"/>
              <a:t>Trạng thái (State): hình chữ nhật bo góc, có thể kèm mô tả ngắn (sau từ ‘do’) về các hành động được thực hiện trong trạng thái đó</a:t>
            </a:r>
          </a:p>
          <a:p>
            <a:pPr marL="171450" indent="-171450">
              <a:buFontTx/>
              <a:buChar char="-"/>
            </a:pPr>
            <a:r>
              <a:rPr lang="vi-VN" dirty="0"/>
              <a:t>Kích thích (Stimulus): các mũi tên có nhãn, buộc hệ thống chuyển từ trạng thái này sang trạng thái khác. </a:t>
            </a:r>
          </a:p>
          <a:p>
            <a:pPr marL="171450" indent="-171450">
              <a:buFontTx/>
              <a:buChar char="-"/>
            </a:pPr>
            <a:r>
              <a:rPr lang="vi-VN" dirty="0"/>
              <a:t>Trạng thái bắt đầu/kết thúc: hình tròn đặc / hình tròn đặc có viền đôi (giống như trong sơ đồ hoạt động)</a:t>
            </a:r>
          </a:p>
          <a:p>
            <a:endParaRPr lang="en-US" dirty="0"/>
          </a:p>
        </p:txBody>
      </p:sp>
      <p:sp>
        <p:nvSpPr>
          <p:cNvPr id="4" name="Slide Number Placeholder 3"/>
          <p:cNvSpPr>
            <a:spLocks noGrp="1"/>
          </p:cNvSpPr>
          <p:nvPr>
            <p:ph type="sldNum" sz="quarter" idx="10"/>
          </p:nvPr>
        </p:nvSpPr>
        <p:spPr/>
        <p:txBody>
          <a:bodyPr/>
          <a:lstStyle/>
          <a:p>
            <a:fld id="{F999B78F-7C08-ED42-8E36-4ED23DEF8F74}" type="slidenum">
              <a:rPr lang="en-US" smtClean="0"/>
              <a:t>40</a:t>
            </a:fld>
            <a:endParaRPr lang="en-US"/>
          </a:p>
        </p:txBody>
      </p:sp>
      <p:sp>
        <p:nvSpPr>
          <p:cNvPr id="5" name="Date Placeholder 4"/>
          <p:cNvSpPr>
            <a:spLocks noGrp="1"/>
          </p:cNvSpPr>
          <p:nvPr>
            <p:ph type="dt" idx="11"/>
          </p:nvPr>
        </p:nvSpPr>
        <p:spPr/>
        <p:txBody>
          <a:bodyPr/>
          <a:lstStyle/>
          <a:p>
            <a:fld id="{5C09F888-A46B-448E-A669-72ED3812AC61}" type="datetime1">
              <a:rPr lang="en-US" smtClean="0"/>
              <a:t>9/14/26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235894732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vi-VN" dirty="0"/>
              <a:t>Số trạng thái có thể có tăng rất nhanh =&gt; với mô hình hệ thống lớn, chi tiết được ẩn đi bằng khái niệm superstate bao gói nhiều trạng thái riêng lẻ. </a:t>
            </a:r>
          </a:p>
          <a:p>
            <a:pPr marL="171450" indent="-171450">
              <a:buFont typeface="Arial" panose="020B0604020202020204" pitchFamily="34" charset="0"/>
              <a:buChar char="•"/>
            </a:pPr>
            <a:r>
              <a:rPr lang="vi-VN" dirty="0"/>
              <a:t>Superstate trông như một trạng thái duy nhất trên mô hình mức cao, nhưng sau đó được mở rộng để thể hiện chi tiết hơn trên một sơ đồ riêng. </a:t>
            </a:r>
          </a:p>
          <a:p>
            <a:pPr marL="171450" indent="-171450">
              <a:buFont typeface="Arial" panose="020B0604020202020204" pitchFamily="34" charset="0"/>
              <a:buChar char="•"/>
            </a:pPr>
            <a:r>
              <a:rPr lang="vi-VN" dirty="0"/>
              <a:t>Ví dụ, trạng thái Operation có thể được mở rộng thành các trạng thái Checking, Cook, Alarm và Done.</a:t>
            </a:r>
            <a:endParaRPr lang="en-US" dirty="0"/>
          </a:p>
        </p:txBody>
      </p:sp>
      <p:sp>
        <p:nvSpPr>
          <p:cNvPr id="4" name="Slide Number Placeholder 3"/>
          <p:cNvSpPr>
            <a:spLocks noGrp="1"/>
          </p:cNvSpPr>
          <p:nvPr>
            <p:ph type="sldNum" sz="quarter" idx="10"/>
          </p:nvPr>
        </p:nvSpPr>
        <p:spPr/>
        <p:txBody>
          <a:bodyPr/>
          <a:lstStyle/>
          <a:p>
            <a:fld id="{F999B78F-7C08-ED42-8E36-4ED23DEF8F74}" type="slidenum">
              <a:rPr lang="en-US" smtClean="0"/>
              <a:t>41</a:t>
            </a:fld>
            <a:endParaRPr lang="en-US"/>
          </a:p>
        </p:txBody>
      </p:sp>
      <p:sp>
        <p:nvSpPr>
          <p:cNvPr id="5" name="Date Placeholder 4"/>
          <p:cNvSpPr>
            <a:spLocks noGrp="1"/>
          </p:cNvSpPr>
          <p:nvPr>
            <p:ph type="dt" idx="11"/>
          </p:nvPr>
        </p:nvSpPr>
        <p:spPr/>
        <p:txBody>
          <a:bodyPr/>
          <a:lstStyle/>
          <a:p>
            <a:fld id="{0D541BB4-96F2-4B95-86CA-BEEB9B536DE4}" type="datetime1">
              <a:rPr lang="en-US" smtClean="0"/>
              <a:t>9/14/26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197386944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rtl="0" eaLnBrk="1" fontAlgn="base" latinLnBrk="0" hangingPunct="1"/>
            <a:endParaRPr lang="en-US" sz="1200" b="0" i="0" u="none" strike="noStrike"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999B78F-7C08-ED42-8E36-4ED23DEF8F74}" type="slidenum">
              <a:rPr lang="en-US" smtClean="0"/>
              <a:t>42</a:t>
            </a:fld>
            <a:endParaRPr lang="en-US"/>
          </a:p>
        </p:txBody>
      </p:sp>
      <p:pic>
        <p:nvPicPr>
          <p:cNvPr id="8" name="Picture 7"/>
          <p:cNvPicPr>
            <a:picLocks noChangeAspect="1"/>
          </p:cNvPicPr>
          <p:nvPr/>
        </p:nvPicPr>
        <p:blipFill>
          <a:blip r:embed="rId3"/>
          <a:stretch>
            <a:fillRect/>
          </a:stretch>
        </p:blipFill>
        <p:spPr>
          <a:xfrm>
            <a:off x="984160" y="4343400"/>
            <a:ext cx="5188040" cy="4626963"/>
          </a:xfrm>
          <a:prstGeom prst="rect">
            <a:avLst/>
          </a:prstGeom>
        </p:spPr>
      </p:pic>
      <p:sp>
        <p:nvSpPr>
          <p:cNvPr id="5" name="Date Placeholder 4"/>
          <p:cNvSpPr>
            <a:spLocks noGrp="1"/>
          </p:cNvSpPr>
          <p:nvPr>
            <p:ph type="dt" idx="11"/>
          </p:nvPr>
        </p:nvSpPr>
        <p:spPr/>
        <p:txBody>
          <a:bodyPr/>
          <a:lstStyle/>
          <a:p>
            <a:fld id="{BF29F678-E053-45B7-B6E9-A59C16F89002}" type="datetime1">
              <a:rPr lang="en-US" smtClean="0"/>
              <a:t>9/14/26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33763686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rtl="0" eaLnBrk="1" fontAlgn="base" latinLnBrk="0" hangingPunct="1"/>
            <a:endParaRPr lang="en-US" sz="1200" b="0" i="0" u="none" strike="noStrike"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999B78F-7C08-ED42-8E36-4ED23DEF8F74}" type="slidenum">
              <a:rPr lang="en-US" smtClean="0"/>
              <a:t>43</a:t>
            </a:fld>
            <a:endParaRPr lang="en-US"/>
          </a:p>
        </p:txBody>
      </p:sp>
      <p:pic>
        <p:nvPicPr>
          <p:cNvPr id="8" name="Picture 7"/>
          <p:cNvPicPr>
            <a:picLocks noChangeAspect="1"/>
          </p:cNvPicPr>
          <p:nvPr/>
        </p:nvPicPr>
        <p:blipFill>
          <a:blip r:embed="rId3"/>
          <a:stretch>
            <a:fillRect/>
          </a:stretch>
        </p:blipFill>
        <p:spPr>
          <a:xfrm>
            <a:off x="984160" y="4343400"/>
            <a:ext cx="5188040" cy="4626963"/>
          </a:xfrm>
          <a:prstGeom prst="rect">
            <a:avLst/>
          </a:prstGeom>
        </p:spPr>
      </p:pic>
      <p:sp>
        <p:nvSpPr>
          <p:cNvPr id="5" name="Date Placeholder 4"/>
          <p:cNvSpPr>
            <a:spLocks noGrp="1"/>
          </p:cNvSpPr>
          <p:nvPr>
            <p:ph type="dt" idx="11"/>
          </p:nvPr>
        </p:nvSpPr>
        <p:spPr/>
        <p:txBody>
          <a:bodyPr/>
          <a:lstStyle/>
          <a:p>
            <a:fld id="{F0D484FD-4A86-4806-97D9-8E2551978F2C}" type="datetime1">
              <a:rPr lang="en-US" smtClean="0"/>
              <a:t>9/14/26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240925547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fld id="{F999B78F-7C08-ED42-8E36-4ED23DEF8F74}" type="slidenum">
              <a:rPr lang="en-US" smtClean="0"/>
              <a:t>44</a:t>
            </a:fld>
            <a:endParaRPr lang="en-US"/>
          </a:p>
        </p:txBody>
      </p:sp>
      <p:sp>
        <p:nvSpPr>
          <p:cNvPr id="5" name="Date Placeholder 4"/>
          <p:cNvSpPr>
            <a:spLocks noGrp="1"/>
          </p:cNvSpPr>
          <p:nvPr>
            <p:ph type="dt" idx="11"/>
          </p:nvPr>
        </p:nvSpPr>
        <p:spPr/>
        <p:txBody>
          <a:bodyPr/>
          <a:lstStyle/>
          <a:p>
            <a:fld id="{A7D8074B-3DE5-4371-B8D4-553F4B649355}" type="datetime1">
              <a:rPr lang="en-US" smtClean="0"/>
              <a:t>9/14/26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265975472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fld id="{F999B78F-7C08-ED42-8E36-4ED23DEF8F74}" type="slidenum">
              <a:rPr lang="en-US" smtClean="0"/>
              <a:t>45</a:t>
            </a:fld>
            <a:endParaRPr lang="en-US"/>
          </a:p>
        </p:txBody>
      </p:sp>
      <p:sp>
        <p:nvSpPr>
          <p:cNvPr id="5" name="Date Placeholder 4"/>
          <p:cNvSpPr>
            <a:spLocks noGrp="1"/>
          </p:cNvSpPr>
          <p:nvPr>
            <p:ph type="dt" idx="11"/>
          </p:nvPr>
        </p:nvSpPr>
        <p:spPr/>
        <p:txBody>
          <a:bodyPr/>
          <a:lstStyle/>
          <a:p>
            <a:fld id="{C7748FFD-DF5C-4786-AF64-08A57A43B7C0}" type="datetime1">
              <a:rPr lang="en-US" smtClean="0"/>
              <a:t>9/14/26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112919293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vi-VN"/>
              <a:t>Công nghệ phần mềm - CO3001</a:t>
            </a:r>
          </a:p>
        </p:txBody>
      </p:sp>
      <p:sp>
        <p:nvSpPr>
          <p:cNvPr id="5" name="Date Placeholder 4"/>
          <p:cNvSpPr>
            <a:spLocks noGrp="1"/>
          </p:cNvSpPr>
          <p:nvPr>
            <p:ph type="dt" idx="11"/>
          </p:nvPr>
        </p:nvSpPr>
        <p:spPr/>
        <p:txBody>
          <a:bodyPr/>
          <a:lstStyle/>
          <a:p>
            <a:fld id="{B558B8A8-6599-4234-B973-D78D4E2EE046}" type="datetime1">
              <a:rPr lang="en-US" smtClean="0"/>
              <a:t>9/14/26</a:t>
            </a:fld>
            <a:endParaRPr lang="en-US"/>
          </a:p>
        </p:txBody>
      </p:sp>
      <p:sp>
        <p:nvSpPr>
          <p:cNvPr id="6" name="Slide Number Placeholder 5"/>
          <p:cNvSpPr>
            <a:spLocks noGrp="1"/>
          </p:cNvSpPr>
          <p:nvPr>
            <p:ph type="sldNum" sz="quarter" idx="12"/>
          </p:nvPr>
        </p:nvSpPr>
        <p:spPr/>
        <p:txBody>
          <a:bodyPr/>
          <a:lstStyle/>
          <a:p>
            <a:fld id="{F999B78F-7C08-ED42-8E36-4ED23DEF8F74}" type="slidenum">
              <a:rPr lang="en-US" smtClean="0"/>
              <a:t>46</a:t>
            </a:fld>
            <a:endParaRPr lang="en-US"/>
          </a:p>
        </p:txBody>
      </p:sp>
    </p:spTree>
    <p:extLst>
      <p:ext uri="{BB962C8B-B14F-4D97-AF65-F5344CB8AC3E}">
        <p14:creationId xmlns:p14="http://schemas.microsoft.com/office/powerpoint/2010/main" val="323614333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vi-VN" b="1" dirty="0"/>
              <a:t>Sơ đồ giao tiếp (communication diagram; còn gọi là collaboration diagram trong UML 1.x) </a:t>
            </a:r>
          </a:p>
          <a:p>
            <a:pPr marL="171450" indent="-171450">
              <a:buFont typeface="Arial" panose="020B0604020202020204" pitchFamily="34" charset="0"/>
              <a:buChar char="•"/>
            </a:pPr>
            <a:r>
              <a:rPr lang="vi-VN" dirty="0"/>
              <a:t>thể hiện tương tác giữa các đối tượng và/hoặc các thành phần (biểu diễn bằng lifeline) thông qua các thông điệp có đánh thứ tự, bố trí tự do.</a:t>
            </a:r>
          </a:p>
          <a:p>
            <a:pPr marL="171450" indent="-171450">
              <a:buFont typeface="Arial" panose="020B0604020202020204" pitchFamily="34" charset="0"/>
              <a:buChar char="•"/>
            </a:pPr>
            <a:r>
              <a:rPr lang="vi-VN" dirty="0"/>
              <a:t>Sơ đồ giao tiếp tương ứng với (tức là có thể chuyển đổi qua lại hoặc thay thế bằng) một sơ đồ tuần tự đơn giản không có các cơ chế cấu trúc như interaction use và combined fragment.</a:t>
            </a:r>
          </a:p>
        </p:txBody>
      </p:sp>
      <p:sp>
        <p:nvSpPr>
          <p:cNvPr id="4" name="Slide Number Placeholder 3"/>
          <p:cNvSpPr>
            <a:spLocks noGrp="1"/>
          </p:cNvSpPr>
          <p:nvPr>
            <p:ph type="sldNum" sz="quarter" idx="10"/>
          </p:nvPr>
        </p:nvSpPr>
        <p:spPr/>
        <p:txBody>
          <a:bodyPr/>
          <a:lstStyle/>
          <a:p>
            <a:fld id="{F999B78F-7C08-ED42-8E36-4ED23DEF8F74}" type="slidenum">
              <a:rPr lang="en-US" smtClean="0"/>
              <a:t>47</a:t>
            </a:fld>
            <a:endParaRPr lang="en-US"/>
          </a:p>
        </p:txBody>
      </p:sp>
      <p:sp>
        <p:nvSpPr>
          <p:cNvPr id="5" name="Date Placeholder 4"/>
          <p:cNvSpPr>
            <a:spLocks noGrp="1"/>
          </p:cNvSpPr>
          <p:nvPr>
            <p:ph type="dt" idx="11"/>
          </p:nvPr>
        </p:nvSpPr>
        <p:spPr/>
        <p:txBody>
          <a:bodyPr/>
          <a:lstStyle/>
          <a:p>
            <a:fld id="{AD197C15-698E-444B-B248-5D82904DEE7E}" type="datetime1">
              <a:rPr lang="en-US" smtClean="0"/>
              <a:t>9/14/26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13937102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vi-VN" dirty="0"/>
              <a:t>Sơ đồ tuần tự và sơ đồ cộng tác là tương đương nhau, nhưng cung cấp các góc nhìn khác nhau.</a:t>
            </a:r>
          </a:p>
          <a:p>
            <a:pPr marL="171450" indent="-171450">
              <a:buFont typeface="Arial" panose="020B0604020202020204" pitchFamily="34" charset="0"/>
              <a:buChar char="•"/>
            </a:pPr>
            <a:r>
              <a:rPr lang="vi-VN" baseline="0" dirty="0"/>
              <a:t>Sơ đồ tuần tự tập trung vào trình tự các hành động. Trong một sơ đồ tuần tự lớn, rất khó thấy được sự cộng tác giữa hai thành phần bất kỳ.</a:t>
            </a:r>
          </a:p>
          <a:p>
            <a:pPr marL="171450" indent="-171450">
              <a:buFont typeface="Arial" panose="020B0604020202020204" pitchFamily="34" charset="0"/>
              <a:buChar char="•"/>
            </a:pPr>
            <a:r>
              <a:rPr lang="vi-VN" baseline="0" dirty="0"/>
              <a:t>Sơ đồ cộng tác tập trung vào sự cộng tác giữa các thành phần. Các mũi tên đánh số cho biết thứ tự của các hành động.</a:t>
            </a:r>
          </a:p>
          <a:p>
            <a:pPr marL="171450" indent="-171450">
              <a:buFont typeface="Arial" panose="020B0604020202020204" pitchFamily="34" charset="0"/>
              <a:buChar char="•"/>
            </a:pPr>
            <a:r>
              <a:rPr lang="vi-VN" baseline="0" dirty="0"/>
              <a:t>Có một số công cụ chuyển đổi giữa sơ đồ tuần tự và sơ đồ cộng tác.</a:t>
            </a:r>
          </a:p>
          <a:p>
            <a:endParaRPr lang="en-US" dirty="0"/>
          </a:p>
        </p:txBody>
      </p:sp>
      <p:sp>
        <p:nvSpPr>
          <p:cNvPr id="4" name="Slide Number Placeholder 3"/>
          <p:cNvSpPr>
            <a:spLocks noGrp="1"/>
          </p:cNvSpPr>
          <p:nvPr>
            <p:ph type="sldNum" sz="quarter" idx="10"/>
          </p:nvPr>
        </p:nvSpPr>
        <p:spPr/>
        <p:txBody>
          <a:bodyPr/>
          <a:lstStyle/>
          <a:p>
            <a:fld id="{F999B78F-7C08-ED42-8E36-4ED23DEF8F74}" type="slidenum">
              <a:rPr lang="en-US" smtClean="0"/>
              <a:t>48</a:t>
            </a:fld>
            <a:endParaRPr lang="en-US"/>
          </a:p>
        </p:txBody>
      </p:sp>
      <p:sp>
        <p:nvSpPr>
          <p:cNvPr id="5" name="Date Placeholder 4"/>
          <p:cNvSpPr>
            <a:spLocks noGrp="1"/>
          </p:cNvSpPr>
          <p:nvPr>
            <p:ph type="dt" idx="11"/>
          </p:nvPr>
        </p:nvSpPr>
        <p:spPr/>
        <p:txBody>
          <a:bodyPr/>
          <a:lstStyle/>
          <a:p>
            <a:fld id="{6D639EDE-9501-47B1-AB8B-F1A3095CD97F}" type="datetime1">
              <a:rPr lang="en-US" smtClean="0"/>
              <a:t>9/14/26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79162962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vi-VN" dirty="0"/>
              <a:t>Sơ đồ hoạt động là một dạng đặc biệt của sơ đồ máy trạng thái, thể hiện luồng đi từ hoạt động này sang hoạt động khác trong hệ thống. </a:t>
            </a:r>
          </a:p>
          <a:p>
            <a:pPr marL="171450" indent="-171450">
              <a:buFont typeface="Arial" panose="020B0604020202020204" pitchFamily="34" charset="0"/>
              <a:buChar char="•"/>
            </a:pPr>
            <a:r>
              <a:rPr lang="vi-VN" dirty="0"/>
              <a:t>Tập trung vào các hoạt động</a:t>
            </a:r>
          </a:p>
        </p:txBody>
      </p:sp>
      <p:sp>
        <p:nvSpPr>
          <p:cNvPr id="4" name="Slide Number Placeholder 3"/>
          <p:cNvSpPr>
            <a:spLocks noGrp="1"/>
          </p:cNvSpPr>
          <p:nvPr>
            <p:ph type="sldNum" sz="quarter" idx="10"/>
          </p:nvPr>
        </p:nvSpPr>
        <p:spPr/>
        <p:txBody>
          <a:bodyPr/>
          <a:lstStyle/>
          <a:p>
            <a:fld id="{F999B78F-7C08-ED42-8E36-4ED23DEF8F74}" type="slidenum">
              <a:rPr lang="en-US" smtClean="0"/>
              <a:t>49</a:t>
            </a:fld>
            <a:endParaRPr lang="en-US"/>
          </a:p>
        </p:txBody>
      </p:sp>
      <p:sp>
        <p:nvSpPr>
          <p:cNvPr id="5" name="Date Placeholder 4"/>
          <p:cNvSpPr>
            <a:spLocks noGrp="1"/>
          </p:cNvSpPr>
          <p:nvPr>
            <p:ph type="dt" idx="11"/>
          </p:nvPr>
        </p:nvSpPr>
        <p:spPr/>
        <p:txBody>
          <a:bodyPr/>
          <a:lstStyle/>
          <a:p>
            <a:fld id="{F31BFF1F-4FFB-4916-A427-16049C53F248}" type="datetime1">
              <a:rPr lang="en-US" smtClean="0"/>
              <a:t>9/14/26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111521958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vi-VN" baseline="0" dirty="0"/>
              <a:t>Khi một số hoạt động được giao cho một actor/hệ thống nào đó, có thể dùng swimlane để chia sơ đồ thành các vùng riêng biệt</a:t>
            </a:r>
          </a:p>
          <a:p>
            <a:pPr marL="171450" marR="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dirty="0"/>
              <a:t>Một quyết định (decision) được biểu diễn bằng hình thoi</a:t>
            </a:r>
          </a:p>
          <a:p>
            <a:pPr marL="171450" indent="-171450">
              <a:buFont typeface="Arial" panose="020B0604020202020204" pitchFamily="34" charset="0"/>
              <a:buChar char="•"/>
            </a:pPr>
            <a:r>
              <a:rPr lang="vi-VN" dirty="0"/>
              <a:t>Tính đồng thời được biểu diễn bằng một thanh đặc ở đầu và cuối đoạn đồng thời. Tất cả các hoạt động nằm giữa hai thanh này được thực hiện đồng thời.</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F999B78F-7C08-ED42-8E36-4ED23DEF8F74}" type="slidenum">
              <a:rPr lang="en-US" smtClean="0"/>
              <a:t>50</a:t>
            </a:fld>
            <a:endParaRPr lang="en-US"/>
          </a:p>
        </p:txBody>
      </p:sp>
      <p:sp>
        <p:nvSpPr>
          <p:cNvPr id="5" name="Date Placeholder 4"/>
          <p:cNvSpPr>
            <a:spLocks noGrp="1"/>
          </p:cNvSpPr>
          <p:nvPr>
            <p:ph type="dt" idx="11"/>
          </p:nvPr>
        </p:nvSpPr>
        <p:spPr/>
        <p:txBody>
          <a:bodyPr/>
          <a:lstStyle/>
          <a:p>
            <a:fld id="{6154935D-DCD2-4C40-899B-2AE3337C18AA}" type="datetime1">
              <a:rPr lang="en-US" smtClean="0"/>
              <a:t>9/14/26</a:t>
            </a:fld>
            <a:endParaRPr lang="en-US"/>
          </a:p>
        </p:txBody>
      </p:sp>
      <p:sp>
        <p:nvSpPr>
          <p:cNvPr id="6" name="Header Placeholder 5"/>
          <p:cNvSpPr>
            <a:spLocks noGrp="1"/>
          </p:cNvSpPr>
          <p:nvPr>
            <p:ph type="hdr" sz="quarter" idx="12"/>
          </p:nvPr>
        </p:nvSpPr>
        <p:spPr/>
        <p:txBody>
          <a:bodyPr/>
          <a:lstStyle/>
          <a:p>
            <a:r>
              <a:rPr lang="vi-VN"/>
              <a:t>Công nghệ phần mềm - CO3001</a:t>
            </a:r>
          </a:p>
        </p:txBody>
      </p:sp>
    </p:spTree>
    <p:extLst>
      <p:ext uri="{BB962C8B-B14F-4D97-AF65-F5344CB8AC3E}">
        <p14:creationId xmlns:p14="http://schemas.microsoft.com/office/powerpoint/2010/main" val="28565252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Rectangle 8"/>
          <p:cNvSpPr/>
          <p:nvPr/>
        </p:nvSpPr>
        <p:spPr>
          <a:xfrm>
            <a:off x="6349" y="1"/>
            <a:ext cx="12192000" cy="52938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VN"/>
          </a:p>
        </p:txBody>
      </p:sp>
      <p:sp>
        <p:nvSpPr>
          <p:cNvPr id="10" name="Freeform 9"/>
          <p:cNvSpPr/>
          <p:nvPr/>
        </p:nvSpPr>
        <p:spPr>
          <a:xfrm>
            <a:off x="6350" y="-24063"/>
            <a:ext cx="12185652"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VN"/>
          </a:p>
        </p:txBody>
      </p:sp>
      <p:sp>
        <p:nvSpPr>
          <p:cNvPr id="2" name="Title 1"/>
          <p:cNvSpPr>
            <a:spLocks noGrp="1"/>
          </p:cNvSpPr>
          <p:nvPr>
            <p:ph type="ctrTitle"/>
          </p:nvPr>
        </p:nvSpPr>
        <p:spPr>
          <a:xfrm>
            <a:off x="457200" y="3897256"/>
            <a:ext cx="7772400" cy="1463040"/>
          </a:xfrm>
        </p:spPr>
        <p:txBody>
          <a:bodyPr anchor="ctr">
            <a:normAutofit/>
          </a:bodyPr>
          <a:lstStyle>
            <a:lvl1pPr algn="r">
              <a:defRPr sz="3600" spc="200" baseline="0"/>
            </a:lvl1pPr>
          </a:lstStyle>
          <a:p>
            <a:r>
              <a:rPr lang="en-US"/>
              <a:t>Click to edit Master title style</a:t>
            </a:r>
            <a:endParaRPr lang="en-US" dirty="0"/>
          </a:p>
        </p:txBody>
      </p:sp>
      <p:sp>
        <p:nvSpPr>
          <p:cNvPr id="3" name="Subtitle 2"/>
          <p:cNvSpPr>
            <a:spLocks noGrp="1"/>
          </p:cNvSpPr>
          <p:nvPr>
            <p:ph type="subTitle" idx="1" hasCustomPrompt="1"/>
          </p:nvPr>
        </p:nvSpPr>
        <p:spPr>
          <a:xfrm>
            <a:off x="8610600" y="3897256"/>
            <a:ext cx="3200400" cy="1463040"/>
          </a:xfrm>
        </p:spPr>
        <p:txBody>
          <a:bodyPr lIns="91440" rIns="91440" anchor="ctr">
            <a:normAutofit/>
          </a:bodyPr>
          <a:lstStyle>
            <a:lvl1pPr marL="0" indent="0" algn="l">
              <a:lnSpc>
                <a:spcPct val="100000"/>
              </a:lnSpc>
              <a:spcBef>
                <a:spcPts val="0"/>
              </a:spcBef>
              <a:buNone/>
              <a:defRPr sz="160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Thang</a:t>
            </a:r>
            <a:r>
              <a:rPr lang="en-US" dirty="0"/>
              <a:t> Bui</a:t>
            </a:r>
          </a:p>
        </p:txBody>
      </p:sp>
      <p:cxnSp>
        <p:nvCxnSpPr>
          <p:cNvPr id="8" name="Straight Connector 7"/>
          <p:cNvCxnSpPr/>
          <p:nvPr/>
        </p:nvCxnSpPr>
        <p:spPr>
          <a:xfrm flipV="1">
            <a:off x="8386843" y="4201225"/>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034709"/>
            <a:ext cx="1278800" cy="871990"/>
          </a:xfrm>
          <a:prstGeom prst="rect">
            <a:avLst/>
          </a:prstGeom>
        </p:spPr>
      </p:pic>
      <p:sp>
        <p:nvSpPr>
          <p:cNvPr id="11" name="Title 1"/>
          <p:cNvSpPr txBox="1">
            <a:spLocks/>
          </p:cNvSpPr>
          <p:nvPr/>
        </p:nvSpPr>
        <p:spPr>
          <a:xfrm>
            <a:off x="3322651" y="529389"/>
            <a:ext cx="7772400" cy="2317424"/>
          </a:xfrm>
          <a:prstGeom prst="rect">
            <a:avLst/>
          </a:prstGeom>
        </p:spPr>
        <p:txBody>
          <a:bodyPr vert="horz" lIns="91440" tIns="45720" rIns="91440" bIns="45720" rtlCol="0" anchor="ctr">
            <a:noAutofit/>
          </a:bodyPr>
          <a:lstStyle>
            <a:lvl1pPr algn="r" defTabSz="914400" rtl="0" eaLnBrk="1" latinLnBrk="0" hangingPunct="1">
              <a:lnSpc>
                <a:spcPct val="80000"/>
              </a:lnSpc>
              <a:spcBef>
                <a:spcPct val="0"/>
              </a:spcBef>
              <a:buNone/>
              <a:defRPr sz="4400" kern="1200" cap="all" spc="200" baseline="0">
                <a:solidFill>
                  <a:schemeClr val="tx1">
                    <a:lumMod val="95000"/>
                    <a:lumOff val="5000"/>
                  </a:schemeClr>
                </a:solidFill>
                <a:latin typeface="+mj-lt"/>
                <a:ea typeface="+mj-ea"/>
                <a:cs typeface="+mj-cs"/>
              </a:defRPr>
            </a:lvl1pPr>
          </a:lstStyle>
          <a:p>
            <a:pPr fontAlgn="auto">
              <a:spcAft>
                <a:spcPts val="0"/>
              </a:spcAft>
            </a:pPr>
            <a:r>
              <a:rPr lang="en-US" sz="8000" dirty="0"/>
              <a:t>Software engineering</a:t>
            </a:r>
          </a:p>
        </p:txBody>
      </p:sp>
      <p:sp>
        <p:nvSpPr>
          <p:cNvPr id="12" name="Rectangle 11"/>
          <p:cNvSpPr/>
          <p:nvPr/>
        </p:nvSpPr>
        <p:spPr>
          <a:xfrm>
            <a:off x="1191768" y="6525692"/>
            <a:ext cx="7418832" cy="276999"/>
          </a:xfrm>
          <a:prstGeom prst="rect">
            <a:avLst/>
          </a:prstGeom>
        </p:spPr>
        <p:txBody>
          <a:bodyPr wrap="square">
            <a:spAutoFit/>
          </a:bodyPr>
          <a:lstStyle/>
          <a:p>
            <a:r>
              <a:rPr lang="en-US" sz="1200" dirty="0"/>
              <a:t>Adapted from https://iansommerville.com/software-engineering-book/slides/</a:t>
            </a:r>
          </a:p>
        </p:txBody>
      </p:sp>
      <p:sp>
        <p:nvSpPr>
          <p:cNvPr id="13" name="TextBox 12"/>
          <p:cNvSpPr txBox="1"/>
          <p:nvPr/>
        </p:nvSpPr>
        <p:spPr>
          <a:xfrm>
            <a:off x="9284299" y="2410485"/>
            <a:ext cx="1358064" cy="707886"/>
          </a:xfrm>
          <a:prstGeom prst="rect">
            <a:avLst/>
          </a:prstGeom>
          <a:noFill/>
        </p:spPr>
        <p:txBody>
          <a:bodyPr wrap="none" rtlCol="0">
            <a:spAutoFit/>
          </a:bodyPr>
          <a:lstStyle/>
          <a:p>
            <a:r>
              <a:rPr lang="en-US" sz="4000" dirty="0">
                <a:latin typeface="+mj-lt"/>
              </a:rPr>
              <a:t>CO3001</a:t>
            </a:r>
          </a:p>
        </p:txBody>
      </p:sp>
    </p:spTree>
    <p:extLst>
      <p:ext uri="{BB962C8B-B14F-4D97-AF65-F5344CB8AC3E}">
        <p14:creationId xmlns:p14="http://schemas.microsoft.com/office/powerpoint/2010/main" val="1800685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BF606C26-9E67-4A7E-A88D-9789C1839A36}" type="datetime1">
              <a:rPr lang="nb-NO" smtClean="0"/>
              <a:t>14.09.2026</a:t>
            </a:fld>
            <a:endParaRPr lang="en-US"/>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6" name="Slide Number Placeholder 5"/>
          <p:cNvSpPr>
            <a:spLocks noGrp="1"/>
          </p:cNvSpPr>
          <p:nvPr>
            <p:ph type="sldNum" sz="quarter" idx="12"/>
          </p:nvPr>
        </p:nvSpPr>
        <p:spPr/>
        <p:txBody>
          <a:bodyPr/>
          <a:lstStyle/>
          <a:p>
            <a:pPr>
              <a:defRPr/>
            </a:pPr>
            <a:fld id="{DEC9DA09-039A-A841-BA90-58CFCFBF8E01}" type="slidenum">
              <a:rPr lang="en-US" smtClean="0"/>
              <a:pPr>
                <a:defRPr/>
              </a:pPr>
              <a:t>‹#›</a:t>
            </a:fld>
            <a:endParaRPr lang="en-US"/>
          </a:p>
        </p:txBody>
      </p:sp>
    </p:spTree>
    <p:extLst>
      <p:ext uri="{BB962C8B-B14F-4D97-AF65-F5344CB8AC3E}">
        <p14:creationId xmlns:p14="http://schemas.microsoft.com/office/powerpoint/2010/main" val="27942184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1"/>
            <a:ext cx="12192000" cy="577516"/>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VN"/>
          </a:p>
        </p:txBody>
      </p:sp>
      <p:sp>
        <p:nvSpPr>
          <p:cNvPr id="11" name="Freeform 10"/>
          <p:cNvSpPr/>
          <p:nvPr/>
        </p:nvSpPr>
        <p:spPr>
          <a:xfrm>
            <a:off x="6350" y="1"/>
            <a:ext cx="12185652"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VN"/>
          </a:p>
        </p:txBody>
      </p:sp>
      <p:sp>
        <p:nvSpPr>
          <p:cNvPr id="2" name="Title 1"/>
          <p:cNvSpPr>
            <a:spLocks noGrp="1"/>
          </p:cNvSpPr>
          <p:nvPr>
            <p:ph type="title"/>
          </p:nvPr>
        </p:nvSpPr>
        <p:spPr>
          <a:xfrm>
            <a:off x="457200" y="3885224"/>
            <a:ext cx="7772400" cy="1463040"/>
          </a:xfrm>
        </p:spPr>
        <p:txBody>
          <a:bodyPr anchor="ctr">
            <a:normAutofit/>
          </a:bodyPr>
          <a:lstStyle>
            <a:lvl1pPr algn="r">
              <a:defRPr sz="44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3885224"/>
            <a:ext cx="32004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08CB6A5F-53B8-4F92-A2F9-66D1F6AB86CD}" type="datetime1">
              <a:rPr lang="nb-NO" smtClean="0"/>
              <a:t>14.09.2026</a:t>
            </a:fld>
            <a:endParaRPr lang="en-US"/>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6" name="Slide Number Placeholder 5"/>
          <p:cNvSpPr>
            <a:spLocks noGrp="1"/>
          </p:cNvSpPr>
          <p:nvPr>
            <p:ph type="sldNum" sz="quarter" idx="12"/>
          </p:nvPr>
        </p:nvSpPr>
        <p:spPr/>
        <p:txBody>
          <a:bodyPr/>
          <a:lstStyle/>
          <a:p>
            <a:pPr>
              <a:defRPr/>
            </a:pPr>
            <a:fld id="{50F2F7EC-46EB-964D-B691-B03AC1106FC0}" type="slidenum">
              <a:rPr lang="en-US" smtClean="0"/>
              <a:pPr>
                <a:defRPr/>
              </a:pPr>
              <a:t>‹#›</a:t>
            </a:fld>
            <a:endParaRPr lang="en-US"/>
          </a:p>
        </p:txBody>
      </p:sp>
      <p:cxnSp>
        <p:nvCxnSpPr>
          <p:cNvPr id="8" name="Straight Connector 7"/>
          <p:cNvCxnSpPr/>
          <p:nvPr/>
        </p:nvCxnSpPr>
        <p:spPr>
          <a:xfrm flipV="1">
            <a:off x="8386843" y="4189193"/>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64800"/>
            <a:ext cx="869947" cy="593200"/>
          </a:xfrm>
          <a:prstGeom prst="rect">
            <a:avLst/>
          </a:prstGeom>
        </p:spPr>
      </p:pic>
    </p:spTree>
    <p:extLst>
      <p:ext uri="{BB962C8B-B14F-4D97-AF65-F5344CB8AC3E}">
        <p14:creationId xmlns:p14="http://schemas.microsoft.com/office/powerpoint/2010/main" val="1755226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96254"/>
            <a:ext cx="10786873" cy="12272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8" y="1524002"/>
            <a:ext cx="4965192" cy="47853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81011" y="1524002"/>
            <a:ext cx="5329988" cy="47853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639D83BF-67AE-4316-9FA4-0D6D1BBA2DB2}" type="datetime1">
              <a:rPr lang="nb-NO" smtClean="0"/>
              <a:t>14.09.2026</a:t>
            </a:fld>
            <a:endParaRPr lang="en-US"/>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7" name="Slide Number Placeholder 6"/>
          <p:cNvSpPr>
            <a:spLocks noGrp="1"/>
          </p:cNvSpPr>
          <p:nvPr>
            <p:ph type="sldNum" sz="quarter" idx="12"/>
          </p:nvPr>
        </p:nvSpPr>
        <p:spPr/>
        <p:txBody>
          <a:bodyPr/>
          <a:lstStyle/>
          <a:p>
            <a:pPr>
              <a:defRPr/>
            </a:pPr>
            <a:fld id="{31F6D4F7-D30A-2D46-8C56-BBD860B78FB6}" type="slidenum">
              <a:rPr lang="en-US" smtClean="0"/>
              <a:pPr>
                <a:defRPr/>
              </a:pPr>
              <a:t>‹#›</a:t>
            </a:fld>
            <a:endParaRPr lang="en-US"/>
          </a:p>
        </p:txBody>
      </p:sp>
    </p:spTree>
    <p:extLst>
      <p:ext uri="{BB962C8B-B14F-4D97-AF65-F5344CB8AC3E}">
        <p14:creationId xmlns:p14="http://schemas.microsoft.com/office/powerpoint/2010/main" val="33674440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24128" y="84222"/>
            <a:ext cx="10786873" cy="123925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1524002"/>
            <a:ext cx="5136040" cy="822960"/>
          </a:xfrm>
        </p:spPr>
        <p:txBody>
          <a:bodyPr lIns="137160" rIns="137160" anchor="ctr">
            <a:normAutofit/>
          </a:bodyPr>
          <a:lstStyle>
            <a:lvl1pPr marL="0" indent="0">
              <a:spcBef>
                <a:spcPts val="0"/>
              </a:spcBef>
              <a:spcAft>
                <a:spcPts val="0"/>
              </a:spcAft>
              <a:buNone/>
              <a:defRPr sz="22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346962"/>
            <a:ext cx="5136040" cy="3962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843" y="1524002"/>
            <a:ext cx="5394157" cy="822960"/>
          </a:xfrm>
        </p:spPr>
        <p:txBody>
          <a:bodyPr lIns="137160" rIns="137160" anchor="ctr">
            <a:normAutofit/>
          </a:bodyPr>
          <a:lstStyle>
            <a:lvl1pPr marL="0" indent="0">
              <a:spcBef>
                <a:spcPts val="0"/>
              </a:spcBef>
              <a:spcAft>
                <a:spcPts val="0"/>
              </a:spcAft>
              <a:buNone/>
              <a:defRPr lang="en-US" sz="22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6416843" y="2346962"/>
            <a:ext cx="5394157" cy="3962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0D1D2189-4806-428E-903D-D95DEE9DC19B}" type="datetime1">
              <a:rPr lang="nb-NO" smtClean="0"/>
              <a:t>14.09.2026</a:t>
            </a:fld>
            <a:endParaRPr lang="en-US"/>
          </a:p>
        </p:txBody>
      </p:sp>
      <p:sp>
        <p:nvSpPr>
          <p:cNvPr id="8" name="Footer Placeholder 7"/>
          <p:cNvSpPr>
            <a:spLocks noGrp="1"/>
          </p:cNvSpPr>
          <p:nvPr>
            <p:ph type="ftr" sz="quarter" idx="11"/>
          </p:nvPr>
        </p:nvSpPr>
        <p:spPr/>
        <p:txBody>
          <a:bodyPr/>
          <a:lstStyle/>
          <a:p>
            <a:pPr>
              <a:defRPr/>
            </a:pPr>
            <a:r>
              <a:rPr lang="en-US"/>
              <a:t>Chapter 5 System modeling</a:t>
            </a:r>
          </a:p>
        </p:txBody>
      </p:sp>
      <p:sp>
        <p:nvSpPr>
          <p:cNvPr id="9" name="Slide Number Placeholder 8"/>
          <p:cNvSpPr>
            <a:spLocks noGrp="1"/>
          </p:cNvSpPr>
          <p:nvPr>
            <p:ph type="sldNum" sz="quarter" idx="12"/>
          </p:nvPr>
        </p:nvSpPr>
        <p:spPr/>
        <p:txBody>
          <a:bodyPr/>
          <a:lstStyle/>
          <a:p>
            <a:pPr>
              <a:defRPr/>
            </a:pPr>
            <a:fld id="{D227A3EF-D9D8-3141-91A2-80F03BEF3F96}" type="slidenum">
              <a:rPr lang="en-US" smtClean="0"/>
              <a:pPr>
                <a:defRPr/>
              </a:pPr>
              <a:t>‹#›</a:t>
            </a:fld>
            <a:endParaRPr lang="en-US"/>
          </a:p>
        </p:txBody>
      </p:sp>
    </p:spTree>
    <p:extLst>
      <p:ext uri="{BB962C8B-B14F-4D97-AF65-F5344CB8AC3E}">
        <p14:creationId xmlns:p14="http://schemas.microsoft.com/office/powerpoint/2010/main" val="39893880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C9BD6BFF-2605-47CD-8994-EE98977FCC02}" type="datetime1">
              <a:rPr lang="nb-NO" smtClean="0"/>
              <a:t>14.09.2026</a:t>
            </a:fld>
            <a:endParaRPr lang="en-US"/>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a:t>
            </a:fld>
            <a:endParaRPr lang="en-US"/>
          </a:p>
        </p:txBody>
      </p:sp>
    </p:spTree>
    <p:extLst>
      <p:ext uri="{BB962C8B-B14F-4D97-AF65-F5344CB8AC3E}">
        <p14:creationId xmlns:p14="http://schemas.microsoft.com/office/powerpoint/2010/main" val="1693799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202C2550-1037-47F5-9481-272843CFAE70}" type="datetime1">
              <a:rPr lang="nb-NO" smtClean="0"/>
              <a:t>14.09.2026</a:t>
            </a:fld>
            <a:endParaRPr lang="en-US"/>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941E2DB-6B26-1148-BBB7-224489DC4320}" type="slidenum">
              <a:rPr lang="en-US" smtClean="0"/>
              <a:pPr>
                <a:defRPr/>
              </a:pPr>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64800"/>
            <a:ext cx="869947" cy="593200"/>
          </a:xfrm>
          <a:prstGeom prst="rect">
            <a:avLst/>
          </a:prstGeom>
        </p:spPr>
      </p:pic>
    </p:spTree>
    <p:extLst>
      <p:ext uri="{BB962C8B-B14F-4D97-AF65-F5344CB8AC3E}">
        <p14:creationId xmlns:p14="http://schemas.microsoft.com/office/powerpoint/2010/main" val="2050173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36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normAutofit/>
          </a:bodyPr>
          <a:lstStyle>
            <a:lvl1pPr>
              <a:defRPr sz="2000"/>
            </a:lvl1pPr>
            <a:lvl2pPr>
              <a:defRPr sz="16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9C1A68F5-8028-40BF-B009-0821F2BF540A}" type="datetime1">
              <a:rPr lang="nb-NO" smtClean="0"/>
              <a:t>14.09.2026</a:t>
            </a:fld>
            <a:endParaRPr lang="en-US"/>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7" name="Slide Number Placeholder 6"/>
          <p:cNvSpPr>
            <a:spLocks noGrp="1"/>
          </p:cNvSpPr>
          <p:nvPr>
            <p:ph type="sldNum" sz="quarter" idx="12"/>
          </p:nvPr>
        </p:nvSpPr>
        <p:spPr/>
        <p:txBody>
          <a:bodyPr/>
          <a:lstStyle/>
          <a:p>
            <a:pPr>
              <a:defRPr/>
            </a:pPr>
            <a:fld id="{0C7EC744-B227-4A42-B0B8-DD1F9FC186DB}" type="slidenum">
              <a:rPr lang="en-US" smtClean="0"/>
              <a:pPr>
                <a:defRPr/>
              </a:pPr>
              <a:t>‹#›</a:t>
            </a:fld>
            <a:endParaRPr lang="en-US"/>
          </a:p>
        </p:txBody>
      </p:sp>
    </p:spTree>
    <p:extLst>
      <p:ext uri="{BB962C8B-B14F-4D97-AF65-F5344CB8AC3E}">
        <p14:creationId xmlns:p14="http://schemas.microsoft.com/office/powerpoint/2010/main" val="5169493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44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F4F399A7-3691-4C91-995D-4BFC3C3DC90B}" type="datetime1">
              <a:rPr lang="nb-NO" smtClean="0"/>
              <a:t>14.09.2026</a:t>
            </a:fld>
            <a:endParaRPr lang="en-US"/>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7" name="Slide Number Placeholder 6"/>
          <p:cNvSpPr>
            <a:spLocks noGrp="1"/>
          </p:cNvSpPr>
          <p:nvPr>
            <p:ph type="sldNum" sz="quarter" idx="12"/>
          </p:nvPr>
        </p:nvSpPr>
        <p:spPr/>
        <p:txBody>
          <a:bodyPr/>
          <a:lstStyle/>
          <a:p>
            <a:pPr>
              <a:defRPr/>
            </a:pPr>
            <a:fld id="{026C30EE-4725-9040-82E4-7631508820E2}" type="slidenum">
              <a:rPr lang="en-US" smtClean="0"/>
              <a:pPr>
                <a:defRPr/>
              </a:pPr>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64800"/>
            <a:ext cx="869947" cy="593200"/>
          </a:xfrm>
          <a:prstGeom prst="rect">
            <a:avLst/>
          </a:prstGeom>
        </p:spPr>
      </p:pic>
    </p:spTree>
    <p:extLst>
      <p:ext uri="{BB962C8B-B14F-4D97-AF65-F5344CB8AC3E}">
        <p14:creationId xmlns:p14="http://schemas.microsoft.com/office/powerpoint/2010/main" val="9571559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316AD63B-498A-4400-A914-7BD22A22D135}" type="datetime1">
              <a:rPr lang="nb-NO" smtClean="0"/>
              <a:t>14.09.2026</a:t>
            </a:fld>
            <a:endParaRPr lang="en-US"/>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6" name="Slide Number Placeholder 5"/>
          <p:cNvSpPr>
            <a:spLocks noGrp="1"/>
          </p:cNvSpPr>
          <p:nvPr>
            <p:ph type="sldNum" sz="quarter" idx="12"/>
          </p:nvPr>
        </p:nvSpPr>
        <p:spPr/>
        <p:txBody>
          <a:bodyPr/>
          <a:lstStyle/>
          <a:p>
            <a:pPr>
              <a:defRPr/>
            </a:pPr>
            <a:fld id="{8869BD90-93E8-7D4C-B473-7191F00429CB}" type="slidenum">
              <a:rPr lang="en-US" smtClean="0"/>
              <a:pPr>
                <a:defRPr/>
              </a:pPr>
              <a:t>‹#›</a:t>
            </a:fld>
            <a:endParaRPr lang="en-US"/>
          </a:p>
        </p:txBody>
      </p:sp>
    </p:spTree>
    <p:extLst>
      <p:ext uri="{BB962C8B-B14F-4D97-AF65-F5344CB8AC3E}">
        <p14:creationId xmlns:p14="http://schemas.microsoft.com/office/powerpoint/2010/main" val="218800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2"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A8DB9967-DD44-42A0-A243-5DBD5F9A3007}" type="datetime1">
              <a:rPr lang="nb-NO" smtClean="0"/>
              <a:t>14.09.2026</a:t>
            </a:fld>
            <a:endParaRPr lang="en-US"/>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6" name="Slide Number Placeholder 5"/>
          <p:cNvSpPr>
            <a:spLocks noGrp="1"/>
          </p:cNvSpPr>
          <p:nvPr>
            <p:ph type="sldNum" sz="quarter" idx="12"/>
          </p:nvPr>
        </p:nvSpPr>
        <p:spPr/>
        <p:txBody>
          <a:bodyPr/>
          <a:lstStyle/>
          <a:p>
            <a:pPr>
              <a:defRPr/>
            </a:pPr>
            <a:fld id="{BA7DC435-2897-F34A-8447-1EC8A691D119}" type="slidenum">
              <a:rPr lang="en-US" smtClean="0"/>
              <a:pPr>
                <a:defRPr/>
              </a:pPr>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64800"/>
            <a:ext cx="869947" cy="593200"/>
          </a:xfrm>
          <a:prstGeom prst="rect">
            <a:avLst/>
          </a:prstGeom>
        </p:spPr>
      </p:pic>
    </p:spTree>
    <p:extLst>
      <p:ext uri="{BB962C8B-B14F-4D97-AF65-F5344CB8AC3E}">
        <p14:creationId xmlns:p14="http://schemas.microsoft.com/office/powerpoint/2010/main" val="18187474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ext Only">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rtlCol="0"/>
          <a:lstStyle>
            <a:lvl1pPr>
              <a:defRPr smtClean="0">
                <a:latin typeface="Arial" pitchFamily="34" charset="0"/>
                <a:cs typeface="Arial" pitchFamily="34" charset="0"/>
              </a:defRPr>
            </a:lvl1pPr>
          </a:lstStyle>
          <a:p>
            <a:pPr>
              <a:defRPr/>
            </a:pPr>
            <a:fld id="{3D964382-409B-4DE5-AC91-9962F2291E2B}" type="datetime1">
              <a:rPr lang="nb-NO" smtClean="0"/>
              <a:t>14.09.2026</a:t>
            </a:fld>
            <a:endParaRPr lang="en-US"/>
          </a:p>
        </p:txBody>
      </p:sp>
      <p:sp>
        <p:nvSpPr>
          <p:cNvPr id="3" name="Footer Placeholder 2"/>
          <p:cNvSpPr>
            <a:spLocks noGrp="1"/>
          </p:cNvSpPr>
          <p:nvPr>
            <p:ph type="ftr" sz="quarter" idx="11"/>
          </p:nvPr>
        </p:nvSpPr>
        <p:spPr/>
        <p:txBody>
          <a:bodyPr/>
          <a:lstStyle>
            <a:lvl1pPr>
              <a:defRPr/>
            </a:lvl1pPr>
          </a:lstStyle>
          <a:p>
            <a:pPr>
              <a:defRPr/>
            </a:pPr>
            <a:r>
              <a:rPr lang="en-US"/>
              <a:t>Chapter 5 System modeling</a:t>
            </a:r>
          </a:p>
        </p:txBody>
      </p:sp>
      <p:sp>
        <p:nvSpPr>
          <p:cNvPr id="4" name="Slide Number Placeholder 3"/>
          <p:cNvSpPr>
            <a:spLocks noGrp="1"/>
          </p:cNvSpPr>
          <p:nvPr>
            <p:ph type="sldNum" sz="quarter" idx="12"/>
          </p:nvPr>
        </p:nvSpPr>
        <p:spPr/>
        <p:txBody>
          <a:bodyPr/>
          <a:lstStyle>
            <a:lvl1pPr>
              <a:defRPr/>
            </a:lvl1pPr>
          </a:lstStyle>
          <a:p>
            <a:pPr>
              <a:defRPr/>
            </a:pPr>
            <a:fld id="{5AC5F77F-66C9-B04B-B94C-B68F71024283}" type="slidenum">
              <a:rPr lang="en-US" smtClean="0"/>
              <a:pPr>
                <a:defRPr/>
              </a:pPr>
              <a:t>‹#›</a:t>
            </a:fld>
            <a:endParaRPr lang="en-US"/>
          </a:p>
        </p:txBody>
      </p:sp>
      <p:sp>
        <p:nvSpPr>
          <p:cNvPr id="7" name="Content Placeholder 2"/>
          <p:cNvSpPr>
            <a:spLocks noGrp="1"/>
          </p:cNvSpPr>
          <p:nvPr>
            <p:ph idx="1"/>
          </p:nvPr>
        </p:nvSpPr>
        <p:spPr>
          <a:xfrm>
            <a:off x="609600" y="673100"/>
            <a:ext cx="10972800" cy="580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33503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7" y="96254"/>
            <a:ext cx="10786871" cy="121518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1528012"/>
            <a:ext cx="10786872" cy="4781349"/>
          </a:xfrm>
          <a:prstGeom prst="rect">
            <a:avLst/>
          </a:prstGeom>
        </p:spPr>
        <p:txBody>
          <a:bodyPr vert="horz" lIns="45720" tIns="45720" rIns="4572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024130"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pPr>
              <a:defRPr/>
            </a:pPr>
            <a:fld id="{E16E35D7-12EA-4AE7-BF49-1358333A63A5}" type="datetime1">
              <a:rPr lang="nb-NO" smtClean="0"/>
              <a:t>14.09.2026</a:t>
            </a:fld>
            <a:endParaRPr lang="en-US"/>
          </a:p>
        </p:txBody>
      </p:sp>
      <p:sp>
        <p:nvSpPr>
          <p:cNvPr id="5" name="Footer Placeholder 4"/>
          <p:cNvSpPr>
            <a:spLocks noGrp="1"/>
          </p:cNvSpPr>
          <p:nvPr>
            <p:ph type="ftr" sz="quarter" idx="3"/>
          </p:nvPr>
        </p:nvSpPr>
        <p:spPr>
          <a:xfrm>
            <a:off x="4842933"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pPr>
              <a:defRPr/>
            </a:pPr>
            <a:r>
              <a:rPr lang="en-US"/>
              <a:t>Chapter 5 System modeling</a:t>
            </a:r>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pPr>
              <a:defRPr/>
            </a:pPr>
            <a:fld id="{5AC5F77F-66C9-B04B-B94C-B68F71024283}" type="slidenum">
              <a:rPr lang="en-US" smtClean="0"/>
              <a:pPr>
                <a:defRPr/>
              </a:pPr>
              <a:t>‹#›</a:t>
            </a:fld>
            <a:endParaRPr lang="en-US"/>
          </a:p>
        </p:txBody>
      </p:sp>
      <p:cxnSp>
        <p:nvCxnSpPr>
          <p:cNvPr id="7" name="Straight Connector 6"/>
          <p:cNvCxnSpPr/>
          <p:nvPr/>
        </p:nvCxnSpPr>
        <p:spPr>
          <a:xfrm flipV="1">
            <a:off x="762000" y="224745"/>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6264800"/>
            <a:ext cx="869947" cy="593200"/>
          </a:xfrm>
          <a:prstGeom prst="rect">
            <a:avLst/>
          </a:prstGeom>
        </p:spPr>
      </p:pic>
    </p:spTree>
    <p:extLst>
      <p:ext uri="{BB962C8B-B14F-4D97-AF65-F5344CB8AC3E}">
        <p14:creationId xmlns:p14="http://schemas.microsoft.com/office/powerpoint/2010/main" val="2610910017"/>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Lst>
  <p:hf hdr="0"/>
  <p:txStyles>
    <p:titleStyle>
      <a:lvl1pPr algn="l" defTabSz="914400" rtl="0" eaLnBrk="1" latinLnBrk="0" hangingPunct="1">
        <a:lnSpc>
          <a:spcPct val="80000"/>
        </a:lnSpc>
        <a:spcBef>
          <a:spcPct val="0"/>
        </a:spcBef>
        <a:buNone/>
        <a:defRPr sz="3600" kern="1200" cap="all" spc="100" baseline="0">
          <a:solidFill>
            <a:schemeClr val="tx1">
              <a:lumMod val="95000"/>
              <a:lumOff val="5000"/>
            </a:schemeClr>
          </a:solidFill>
          <a:latin typeface="+mj-lt"/>
          <a:ea typeface="+mj-ea"/>
          <a:cs typeface="+mj-cs"/>
        </a:defRPr>
      </a:lvl1pPr>
    </p:titleStyle>
    <p:bodyStyle>
      <a:lvl1pPr marL="400050" indent="-400050" algn="l" defTabSz="914400" rtl="0" eaLnBrk="1" latinLnBrk="0" hangingPunct="1">
        <a:lnSpc>
          <a:spcPct val="90000"/>
        </a:lnSpc>
        <a:spcBef>
          <a:spcPts val="1200"/>
        </a:spcBef>
        <a:spcAft>
          <a:spcPts val="200"/>
        </a:spcAft>
        <a:buClr>
          <a:schemeClr val="accent1"/>
        </a:buClr>
        <a:buSzPct val="100000"/>
        <a:buFont typeface="Wingdings" panose="05000000000000000000" pitchFamily="2" charset="2"/>
        <a:buChar char=""/>
        <a:defRPr sz="3200" kern="1200">
          <a:solidFill>
            <a:schemeClr val="tx1"/>
          </a:solidFill>
          <a:latin typeface="+mn-lt"/>
          <a:ea typeface="+mn-ea"/>
          <a:cs typeface="+mn-cs"/>
        </a:defRPr>
      </a:lvl1pPr>
      <a:lvl2pPr marL="627063" indent="-227013" algn="l" defTabSz="914400" rtl="0" eaLnBrk="1" latinLnBrk="0" hangingPunct="1">
        <a:lnSpc>
          <a:spcPct val="90000"/>
        </a:lnSpc>
        <a:spcBef>
          <a:spcPts val="200"/>
        </a:spcBef>
        <a:spcAft>
          <a:spcPts val="400"/>
        </a:spcAft>
        <a:buClr>
          <a:schemeClr val="accent1"/>
        </a:buClr>
        <a:buFont typeface="Wingdings 3" pitchFamily="18" charset="2"/>
        <a:buChar char=""/>
        <a:defRPr sz="2800" kern="1200">
          <a:solidFill>
            <a:schemeClr val="tx1"/>
          </a:solidFill>
          <a:latin typeface="+mn-lt"/>
          <a:ea typeface="+mn-ea"/>
          <a:cs typeface="+mn-cs"/>
        </a:defRPr>
      </a:lvl2pPr>
      <a:lvl3pPr marL="801688" indent="-174625" algn="l" defTabSz="914400" rtl="0" eaLnBrk="1" latinLnBrk="0" hangingPunct="1">
        <a:lnSpc>
          <a:spcPct val="90000"/>
        </a:lnSpc>
        <a:spcBef>
          <a:spcPts val="200"/>
        </a:spcBef>
        <a:spcAft>
          <a:spcPts val="400"/>
        </a:spcAft>
        <a:buClr>
          <a:schemeClr val="accent1"/>
        </a:buClr>
        <a:buFont typeface="Wingdings 3" pitchFamily="18" charset="2"/>
        <a:buChar char=""/>
        <a:defRPr sz="2000" kern="1200">
          <a:solidFill>
            <a:schemeClr val="tx1"/>
          </a:solidFill>
          <a:latin typeface="+mn-lt"/>
          <a:ea typeface="+mn-ea"/>
          <a:cs typeface="+mn-cs"/>
        </a:defRPr>
      </a:lvl3pPr>
      <a:lvl4pPr marL="976313" indent="-174625" algn="l" defTabSz="914400" rtl="0" eaLnBrk="1" latinLnBrk="0" hangingPunct="1">
        <a:lnSpc>
          <a:spcPct val="90000"/>
        </a:lnSpc>
        <a:spcBef>
          <a:spcPts val="200"/>
        </a:spcBef>
        <a:spcAft>
          <a:spcPts val="400"/>
        </a:spcAft>
        <a:buClr>
          <a:schemeClr val="accent1"/>
        </a:buClr>
        <a:buFont typeface="Wingdings 3" pitchFamily="18" charset="2"/>
        <a:buChar char=""/>
        <a:defRPr sz="2000" kern="1200">
          <a:solidFill>
            <a:schemeClr val="tx1"/>
          </a:solidFill>
          <a:latin typeface="+mn-lt"/>
          <a:ea typeface="+mn-ea"/>
          <a:cs typeface="+mn-cs"/>
        </a:defRPr>
      </a:lvl4pPr>
      <a:lvl5pPr marL="1139825" indent="-163513" algn="l" defTabSz="914400" rtl="0" eaLnBrk="1" latinLnBrk="0" hangingPunct="1">
        <a:lnSpc>
          <a:spcPct val="90000"/>
        </a:lnSpc>
        <a:spcBef>
          <a:spcPts val="200"/>
        </a:spcBef>
        <a:spcAft>
          <a:spcPts val="400"/>
        </a:spcAft>
        <a:buClr>
          <a:schemeClr val="accent1"/>
        </a:buClr>
        <a:buFont typeface="Wingdings 3" pitchFamily="18" charset="2"/>
        <a:buChar char=""/>
        <a:defRPr sz="20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4.xml"/><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4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6.xml"/><Relationship Id="rId1" Type="http://schemas.openxmlformats.org/officeDocument/2006/relationships/slideLayout" Target="../slideLayouts/slideLayout6.xml"/><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r>
              <a:rPr lang="vi-VN" dirty="0"/>
              <a:t>Chương 5 – Mô hình hóa hệ thống</a:t>
            </a:r>
          </a:p>
        </p:txBody>
      </p:sp>
      <p:sp>
        <p:nvSpPr>
          <p:cNvPr id="5" name="Subtitle 4"/>
          <p:cNvSpPr>
            <a:spLocks noGrp="1"/>
          </p:cNvSpPr>
          <p:nvPr>
            <p:ph type="subTitle" idx="1"/>
          </p:nvPr>
        </p:nvSpPr>
        <p:spPr/>
        <p:txBody>
          <a:bodyPr/>
          <a:lstStyle/>
          <a:p>
            <a:r>
              <a:rPr lang="vi-VN" dirty="0"/>
              <a:t>Anh Nguyen-Duc</a:t>
            </a:r>
          </a:p>
          <a:p>
            <a:r>
              <a:rPr lang="vi-VN" dirty="0"/>
              <a:t>Tho Quan Thanh</a:t>
            </a:r>
          </a:p>
        </p:txBody>
      </p:sp>
    </p:spTree>
    <p:extLst>
      <p:ext uri="{BB962C8B-B14F-4D97-AF65-F5344CB8AC3E}">
        <p14:creationId xmlns:p14="http://schemas.microsoft.com/office/powerpoint/2010/main" val="24587288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Các chủ đề trong chương</a:t>
            </a:r>
            <a:endParaRPr lang="en-US" dirty="0"/>
          </a:p>
        </p:txBody>
      </p:sp>
      <p:sp>
        <p:nvSpPr>
          <p:cNvPr id="3" name="Content Placeholder 2"/>
          <p:cNvSpPr>
            <a:spLocks noGrp="1"/>
          </p:cNvSpPr>
          <p:nvPr>
            <p:ph idx="1"/>
          </p:nvPr>
        </p:nvSpPr>
        <p:spPr/>
        <p:txBody>
          <a:bodyPr/>
          <a:lstStyle/>
          <a:p>
            <a:r>
              <a:rPr lang="vi-VN"/>
              <a:t>Mô hình ngữ cảnh</a:t>
            </a:r>
            <a:endParaRPr lang="en-GB"/>
          </a:p>
          <a:p>
            <a:r>
              <a:rPr lang="vi-VN"/>
              <a:t>Mô hình tương tác</a:t>
            </a:r>
            <a:endParaRPr lang="en-GB"/>
          </a:p>
          <a:p>
            <a:r>
              <a:rPr lang="vi-VN"/>
              <a:t>Mô hình cấu trúc</a:t>
            </a:r>
            <a:endParaRPr lang="en-GB"/>
          </a:p>
          <a:p>
            <a:r>
              <a:rPr lang="vi-VN"/>
              <a:t>Mô hình hành vi</a:t>
            </a:r>
            <a:endParaRPr lang="en-GB"/>
          </a:p>
          <a:p>
            <a:r>
              <a:rPr lang="vi-VN"/>
              <a:t>Kỹ thuật hướng mô hình </a:t>
            </a:r>
            <a:endParaRPr lang="en-US" dirty="0"/>
          </a:p>
        </p:txBody>
      </p:sp>
      <p:sp>
        <p:nvSpPr>
          <p:cNvPr id="6" name="Date Placeholder 5"/>
          <p:cNvSpPr>
            <a:spLocks noGrp="1"/>
          </p:cNvSpPr>
          <p:nvPr>
            <p:ph type="dt" sz="half" idx="10"/>
          </p:nvPr>
        </p:nvSpPr>
        <p:spPr/>
        <p:txBody>
          <a:bodyPr/>
          <a:lstStyle/>
          <a:p>
            <a:fld id="{65BEA253-AF29-4598-A829-7D24E69C3605}" type="datetime1">
              <a:rPr lang="nb-NO" smtClean="0"/>
              <a:t>14.09.2026</a:t>
            </a:fld>
            <a:endParaRPr lang="en-US"/>
          </a:p>
        </p:txBody>
      </p:sp>
      <p:sp>
        <p:nvSpPr>
          <p:cNvPr id="5" name="Footer Placeholder 4"/>
          <p:cNvSpPr>
            <a:spLocks noGrp="1"/>
          </p:cNvSpPr>
          <p:nvPr>
            <p:ph type="ftr" sz="quarter" idx="11"/>
          </p:nvPr>
        </p:nvSpPr>
        <p:spPr/>
        <p:txBody>
          <a:bodyPr/>
          <a:lstStyle/>
          <a:p>
            <a:r>
              <a:rPr lang="vi-VN"/>
              <a:t>Chương 5 Mô hình hóa hệ thống</a:t>
            </a:r>
          </a:p>
        </p:txBody>
      </p:sp>
      <p:sp>
        <p:nvSpPr>
          <p:cNvPr id="4" name="Slide Number Placeholder 3"/>
          <p:cNvSpPr>
            <a:spLocks noGrp="1"/>
          </p:cNvSpPr>
          <p:nvPr>
            <p:ph type="sldNum" sz="quarter" idx="12"/>
          </p:nvPr>
        </p:nvSpPr>
        <p:spPr/>
        <p:txBody>
          <a:bodyPr/>
          <a:lstStyle/>
          <a:p>
            <a:fld id="{DEC9DA09-039A-A841-BA90-58CFCFBF8E01}"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Mô hình hóa hệ thống</a:t>
            </a:r>
            <a:endParaRPr lang="en-US" dirty="0"/>
          </a:p>
        </p:txBody>
      </p:sp>
      <p:sp>
        <p:nvSpPr>
          <p:cNvPr id="3" name="Content Placeholder 2"/>
          <p:cNvSpPr>
            <a:spLocks noGrp="1"/>
          </p:cNvSpPr>
          <p:nvPr>
            <p:ph idx="1"/>
          </p:nvPr>
        </p:nvSpPr>
        <p:spPr/>
        <p:txBody>
          <a:bodyPr>
            <a:normAutofit/>
          </a:bodyPr>
          <a:lstStyle/>
          <a:p>
            <a:r>
              <a:rPr lang="vi-VN" dirty="0"/>
              <a:t>quá trình xây dựng các mô hình trừu tượng của một hệ thống</a:t>
            </a:r>
          </a:p>
          <a:p>
            <a:pPr lvl="1"/>
            <a:r>
              <a:rPr lang="vi-VN" dirty="0"/>
              <a:t>mỗi mô hình thể hiện một góc nhìn hoặc quan điểm khác nhau</a:t>
            </a:r>
          </a:p>
          <a:p>
            <a:r>
              <a:rPr lang="vi-VN" dirty="0"/>
              <a:t>nghĩa là biểu diễn hệ thống bằng một loại ký hiệu đồ họa nào đó</a:t>
            </a:r>
          </a:p>
          <a:p>
            <a:pPr lvl="1"/>
            <a:r>
              <a:rPr lang="vi-VN" dirty="0"/>
              <a:t>hầu như luôn dựa trên các ký hiệu của Ngôn ngữ mô hình hóa thống nhất (UML). </a:t>
            </a:r>
          </a:p>
          <a:p>
            <a:r>
              <a:rPr lang="vi-VN" dirty="0"/>
              <a:t>giúp nhà phân tích </a:t>
            </a:r>
          </a:p>
          <a:p>
            <a:pPr lvl="1"/>
            <a:r>
              <a:rPr lang="vi-VN" dirty="0"/>
              <a:t>hiểu chức năng của hệ thống </a:t>
            </a:r>
          </a:p>
          <a:p>
            <a:pPr lvl="1"/>
            <a:r>
              <a:rPr lang="vi-VN" dirty="0"/>
              <a:t>dùng mô hình để trao đổi với khách hàng.</a:t>
            </a:r>
          </a:p>
          <a:p>
            <a:endParaRPr lang="en-US" dirty="0"/>
          </a:p>
        </p:txBody>
      </p:sp>
      <p:sp>
        <p:nvSpPr>
          <p:cNvPr id="6" name="Date Placeholder 5"/>
          <p:cNvSpPr>
            <a:spLocks noGrp="1"/>
          </p:cNvSpPr>
          <p:nvPr>
            <p:ph type="dt" sz="half" idx="10"/>
          </p:nvPr>
        </p:nvSpPr>
        <p:spPr/>
        <p:txBody>
          <a:bodyPr/>
          <a:lstStyle/>
          <a:p>
            <a:fld id="{45E82C4E-606C-4361-8275-64B7FBCB757C}" type="datetime1">
              <a:rPr lang="nb-NO" smtClean="0"/>
              <a:t>14.09.2026</a:t>
            </a:fld>
            <a:endParaRPr lang="en-US"/>
          </a:p>
        </p:txBody>
      </p:sp>
      <p:sp>
        <p:nvSpPr>
          <p:cNvPr id="5" name="Footer Placeholder 4"/>
          <p:cNvSpPr>
            <a:spLocks noGrp="1"/>
          </p:cNvSpPr>
          <p:nvPr>
            <p:ph type="ftr" sz="quarter" idx="11"/>
          </p:nvPr>
        </p:nvSpPr>
        <p:spPr/>
        <p:txBody>
          <a:bodyPr/>
          <a:lstStyle/>
          <a:p>
            <a:r>
              <a:rPr lang="vi-VN"/>
              <a:t>Chương 5 Mô hình hóa hệ thống</a:t>
            </a:r>
          </a:p>
        </p:txBody>
      </p:sp>
      <p:sp>
        <p:nvSpPr>
          <p:cNvPr id="4" name="Slide Number Placeholder 3"/>
          <p:cNvSpPr>
            <a:spLocks noGrp="1"/>
          </p:cNvSpPr>
          <p:nvPr>
            <p:ph type="sldNum" sz="quarter" idx="12"/>
          </p:nvPr>
        </p:nvSpPr>
        <p:spPr/>
        <p:txBody>
          <a:bodyPr/>
          <a:lstStyle/>
          <a:p>
            <a:fld id="{DEC9DA09-039A-A841-BA90-58CFCFBF8E01}"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vi-VN"/>
              <a:t>Mô hình hệ thống hiện có và hệ thống dự kiến</a:t>
            </a:r>
            <a:endParaRPr lang="en-GB" dirty="0"/>
          </a:p>
        </p:txBody>
      </p:sp>
      <p:sp>
        <p:nvSpPr>
          <p:cNvPr id="7171" name="Rectangle 3"/>
          <p:cNvSpPr>
            <a:spLocks noGrp="1" noChangeArrowheads="1"/>
          </p:cNvSpPr>
          <p:nvPr>
            <p:ph idx="1"/>
          </p:nvPr>
        </p:nvSpPr>
        <p:spPr/>
        <p:txBody>
          <a:bodyPr>
            <a:normAutofit/>
          </a:bodyPr>
          <a:lstStyle/>
          <a:p>
            <a:r>
              <a:rPr lang="vi-VN"/>
              <a:t>Mô hình của hệ thống hiện có </a:t>
            </a:r>
          </a:p>
          <a:p>
            <a:pPr lvl="1"/>
            <a:r>
              <a:rPr lang="vi-VN"/>
              <a:t>được dùng trong quá trình kỹ thuật yêu cầu. </a:t>
            </a:r>
          </a:p>
          <a:p>
            <a:pPr lvl="1"/>
            <a:r>
              <a:rPr lang="vi-VN"/>
              <a:t>Chúng giúp làm rõ hệ thống hiện tại làm gì và có thể làm cơ sở để thảo luận về điểm mạnh, điểm yếu của nó. </a:t>
            </a:r>
          </a:p>
          <a:p>
            <a:pPr lvl="1"/>
            <a:r>
              <a:rPr lang="vi-VN"/>
              <a:t>Từ đó dẫn đến các yêu cầu cho hệ thống mới.</a:t>
            </a:r>
            <a:endParaRPr lang="en-GB"/>
          </a:p>
          <a:p>
            <a:r>
              <a:rPr lang="vi-VN"/>
              <a:t>Mô hình của hệ thống mới</a:t>
            </a:r>
          </a:p>
          <a:p>
            <a:pPr lvl="1"/>
            <a:r>
              <a:rPr lang="vi-VN"/>
              <a:t>được dùng trong kỹ thuật yêu cầu để giải thích các yêu cầu đề xuất cho các bên liên quan khác.</a:t>
            </a:r>
          </a:p>
          <a:p>
            <a:pPr lvl="1"/>
            <a:r>
              <a:rPr lang="vi-VN"/>
              <a:t>Kỹ sư dùng các mô hình này để thảo luận các đề xuất thiết kế và lập tài liệu cho hệ thống phục vụ việc triển khai. </a:t>
            </a:r>
            <a:endParaRPr lang="en-US" dirty="0"/>
          </a:p>
        </p:txBody>
      </p:sp>
      <p:sp>
        <p:nvSpPr>
          <p:cNvPr id="2" name="Date Placeholder 1"/>
          <p:cNvSpPr>
            <a:spLocks noGrp="1"/>
          </p:cNvSpPr>
          <p:nvPr>
            <p:ph type="dt" sz="half" idx="10"/>
          </p:nvPr>
        </p:nvSpPr>
        <p:spPr/>
        <p:txBody>
          <a:bodyPr/>
          <a:lstStyle/>
          <a:p>
            <a:fld id="{02785632-988A-4FBA-A894-17E3775C93E9}" type="datetime1">
              <a:rPr lang="nb-NO" smtClean="0"/>
              <a:t>14.09.2026</a:t>
            </a:fld>
            <a:endParaRPr lang="en-US"/>
          </a:p>
        </p:txBody>
      </p:sp>
      <p:sp>
        <p:nvSpPr>
          <p:cNvPr id="5" name="Footer Placeholder 4"/>
          <p:cNvSpPr>
            <a:spLocks noGrp="1"/>
          </p:cNvSpPr>
          <p:nvPr>
            <p:ph type="ftr" sz="quarter" idx="11"/>
          </p:nvPr>
        </p:nvSpPr>
        <p:spPr/>
        <p:txBody>
          <a:bodyPr/>
          <a:lstStyle/>
          <a:p>
            <a:r>
              <a:rPr lang="vi-VN"/>
              <a:t>Chương 5 Mô hình hóa hệ thống</a:t>
            </a:r>
          </a:p>
        </p:txBody>
      </p:sp>
      <p:sp>
        <p:nvSpPr>
          <p:cNvPr id="4" name="Slide Number Placeholder 3"/>
          <p:cNvSpPr>
            <a:spLocks noGrp="1"/>
          </p:cNvSpPr>
          <p:nvPr>
            <p:ph type="sldNum" sz="quarter" idx="12"/>
          </p:nvPr>
        </p:nvSpPr>
        <p:spPr/>
        <p:txBody>
          <a:bodyPr/>
          <a:lstStyle/>
          <a:p>
            <a:fld id="{DEC9DA09-039A-A841-BA90-58CFCFBF8E01}" type="slidenum">
              <a:rPr lang="en-US" smtClean="0"/>
              <a:pPr/>
              <a:t>4</a:t>
            </a:fld>
            <a:endParaRPr 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Các góc nhìn về hệ thống</a:t>
            </a:r>
            <a:endParaRPr lang="en-US" dirty="0"/>
          </a:p>
        </p:txBody>
      </p:sp>
      <p:sp>
        <p:nvSpPr>
          <p:cNvPr id="3" name="Content Placeholder 2"/>
          <p:cNvSpPr>
            <a:spLocks noGrp="1"/>
          </p:cNvSpPr>
          <p:nvPr>
            <p:ph idx="1"/>
          </p:nvPr>
        </p:nvSpPr>
        <p:spPr/>
        <p:txBody>
          <a:bodyPr>
            <a:normAutofit fontScale="92500"/>
          </a:bodyPr>
          <a:lstStyle/>
          <a:p>
            <a:r>
              <a:rPr lang="vi-VN" dirty="0"/>
              <a:t>Góc nhìn bên ngoài</a:t>
            </a:r>
          </a:p>
          <a:p>
            <a:pPr lvl="1"/>
            <a:r>
              <a:rPr lang="vi-VN" dirty="0"/>
              <a:t>mô hình hóa ngữ cảnh hoặc môi trường của hệ thống.</a:t>
            </a:r>
            <a:endParaRPr lang="en-GB" dirty="0"/>
          </a:p>
          <a:p>
            <a:r>
              <a:rPr lang="vi-VN" dirty="0"/>
              <a:t>Góc nhìn tương tác</a:t>
            </a:r>
          </a:p>
          <a:p>
            <a:pPr lvl="1"/>
            <a:r>
              <a:rPr lang="vi-VN" dirty="0"/>
              <a:t>mô hình hóa các tương tác giữa hệ thống và môi trường của nó, hoặc giữa các thành phần của hệ thống.</a:t>
            </a:r>
            <a:endParaRPr lang="en-GB" dirty="0"/>
          </a:p>
          <a:p>
            <a:r>
              <a:rPr lang="vi-VN" dirty="0"/>
              <a:t>Góc nhìn cấu trúc</a:t>
            </a:r>
          </a:p>
          <a:p>
            <a:pPr lvl="1"/>
            <a:r>
              <a:rPr lang="vi-VN" dirty="0"/>
              <a:t>mô hình hóa tổ chức của hệ thống hoặc cấu trúc của dữ liệu mà hệ thống xử lý.</a:t>
            </a:r>
            <a:endParaRPr lang="en-GB" dirty="0"/>
          </a:p>
          <a:p>
            <a:r>
              <a:rPr lang="vi-VN" dirty="0"/>
              <a:t>Góc nhìn hành vi</a:t>
            </a:r>
          </a:p>
          <a:p>
            <a:pPr lvl="1"/>
            <a:r>
              <a:rPr lang="vi-VN" dirty="0"/>
              <a:t>mô hình hóa hành vi động của hệ thống và cách hệ thống phản ứng với các sự kiện. </a:t>
            </a:r>
            <a:endParaRPr lang="en-GB" dirty="0"/>
          </a:p>
          <a:p>
            <a:endParaRPr lang="en-US" dirty="0"/>
          </a:p>
        </p:txBody>
      </p:sp>
      <p:sp>
        <p:nvSpPr>
          <p:cNvPr id="6" name="Date Placeholder 5"/>
          <p:cNvSpPr>
            <a:spLocks noGrp="1"/>
          </p:cNvSpPr>
          <p:nvPr>
            <p:ph type="dt" sz="half" idx="10"/>
          </p:nvPr>
        </p:nvSpPr>
        <p:spPr/>
        <p:txBody>
          <a:bodyPr/>
          <a:lstStyle/>
          <a:p>
            <a:fld id="{892B224F-0D17-44B8-8921-73D206D1BC69}" type="datetime1">
              <a:rPr lang="nb-NO" smtClean="0"/>
              <a:t>14.09.2026</a:t>
            </a:fld>
            <a:endParaRPr lang="en-US"/>
          </a:p>
        </p:txBody>
      </p:sp>
      <p:sp>
        <p:nvSpPr>
          <p:cNvPr id="5" name="Footer Placeholder 4"/>
          <p:cNvSpPr>
            <a:spLocks noGrp="1"/>
          </p:cNvSpPr>
          <p:nvPr>
            <p:ph type="ftr" sz="quarter" idx="11"/>
          </p:nvPr>
        </p:nvSpPr>
        <p:spPr/>
        <p:txBody>
          <a:bodyPr/>
          <a:lstStyle/>
          <a:p>
            <a:r>
              <a:rPr lang="vi-VN"/>
              <a:t>Chương 5 Mô hình hóa hệ thống</a:t>
            </a:r>
          </a:p>
        </p:txBody>
      </p:sp>
      <p:sp>
        <p:nvSpPr>
          <p:cNvPr id="4" name="Slide Number Placeholder 3"/>
          <p:cNvSpPr>
            <a:spLocks noGrp="1"/>
          </p:cNvSpPr>
          <p:nvPr>
            <p:ph type="sldNum" sz="quarter" idx="12"/>
          </p:nvPr>
        </p:nvSpPr>
        <p:spPr/>
        <p:txBody>
          <a:bodyPr/>
          <a:lstStyle/>
          <a:p>
            <a:fld id="{DEC9DA09-039A-A841-BA90-58CFCFBF8E01}"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Cách dùng các mô hình đồ họa</a:t>
            </a:r>
            <a:endParaRPr lang="en-US" dirty="0"/>
          </a:p>
        </p:txBody>
      </p:sp>
      <p:sp>
        <p:nvSpPr>
          <p:cNvPr id="3" name="Content Placeholder 2"/>
          <p:cNvSpPr>
            <a:spLocks noGrp="1"/>
          </p:cNvSpPr>
          <p:nvPr>
            <p:ph idx="1"/>
          </p:nvPr>
        </p:nvSpPr>
        <p:spPr/>
        <p:txBody>
          <a:bodyPr/>
          <a:lstStyle/>
          <a:p>
            <a:r>
              <a:rPr lang="vi-VN"/>
              <a:t>Như một phương tiện để thúc đẩy thảo luận về hệ thống hiện có hoặc hệ thống đề xuất</a:t>
            </a:r>
          </a:p>
          <a:p>
            <a:pPr lvl="1"/>
            <a:r>
              <a:rPr lang="vi-VN"/>
              <a:t>có thể chưa đầy đủ</a:t>
            </a:r>
          </a:p>
          <a:p>
            <a:r>
              <a:rPr lang="vi-VN"/>
              <a:t>Như một cách lập tài liệu cho hệ thống hiện có</a:t>
            </a:r>
          </a:p>
          <a:p>
            <a:pPr lvl="1"/>
            <a:r>
              <a:rPr lang="vi-VN"/>
              <a:t>phải là biểu diễn chính xác của hệ thống</a:t>
            </a:r>
            <a:endParaRPr lang="en-GB"/>
          </a:p>
          <a:p>
            <a:r>
              <a:rPr lang="vi-VN"/>
              <a:t>Như một mô tả hệ thống chi tiết có thể dùng để sinh ra bản triển khai hệ thống</a:t>
            </a:r>
          </a:p>
          <a:p>
            <a:pPr lvl="1"/>
            <a:r>
              <a:rPr lang="vi-VN"/>
              <a:t>Mô hình phải vừa đúng vừa đầy đủ.</a:t>
            </a:r>
            <a:endParaRPr lang="en-GB"/>
          </a:p>
          <a:p>
            <a:endParaRPr lang="en-US" dirty="0"/>
          </a:p>
        </p:txBody>
      </p:sp>
      <p:sp>
        <p:nvSpPr>
          <p:cNvPr id="6" name="Date Placeholder 5"/>
          <p:cNvSpPr>
            <a:spLocks noGrp="1"/>
          </p:cNvSpPr>
          <p:nvPr>
            <p:ph type="dt" sz="half" idx="10"/>
          </p:nvPr>
        </p:nvSpPr>
        <p:spPr/>
        <p:txBody>
          <a:bodyPr/>
          <a:lstStyle/>
          <a:p>
            <a:fld id="{DE04E3CB-D3BD-4DBA-86C8-49F29E9BCD79}" type="datetime1">
              <a:rPr lang="nb-NO" smtClean="0"/>
              <a:t>14.09.2026</a:t>
            </a:fld>
            <a:endParaRPr lang="en-US"/>
          </a:p>
        </p:txBody>
      </p:sp>
      <p:sp>
        <p:nvSpPr>
          <p:cNvPr id="5" name="Footer Placeholder 4"/>
          <p:cNvSpPr>
            <a:spLocks noGrp="1"/>
          </p:cNvSpPr>
          <p:nvPr>
            <p:ph type="ftr" sz="quarter" idx="11"/>
          </p:nvPr>
        </p:nvSpPr>
        <p:spPr/>
        <p:txBody>
          <a:bodyPr/>
          <a:lstStyle/>
          <a:p>
            <a:r>
              <a:rPr lang="vi-VN"/>
              <a:t>Chương 5 Mô hình hóa hệ thống</a:t>
            </a:r>
          </a:p>
        </p:txBody>
      </p:sp>
      <p:sp>
        <p:nvSpPr>
          <p:cNvPr id="4" name="Slide Number Placeholder 3"/>
          <p:cNvSpPr>
            <a:spLocks noGrp="1"/>
          </p:cNvSpPr>
          <p:nvPr>
            <p:ph type="sldNum" sz="quarter" idx="12"/>
          </p:nvPr>
        </p:nvSpPr>
        <p:spPr/>
        <p:txBody>
          <a:bodyPr/>
          <a:lstStyle/>
          <a:p>
            <a:fld id="{DEC9DA09-039A-A841-BA90-58CFCFBF8E01}"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Các loại sơ đồ UML</a:t>
            </a:r>
            <a:endParaRPr lang="en-US" dirty="0"/>
          </a:p>
        </p:txBody>
      </p:sp>
      <p:sp>
        <p:nvSpPr>
          <p:cNvPr id="3" name="Content Placeholder 2"/>
          <p:cNvSpPr>
            <a:spLocks noGrp="1"/>
          </p:cNvSpPr>
          <p:nvPr>
            <p:ph idx="1"/>
          </p:nvPr>
        </p:nvSpPr>
        <p:spPr/>
        <p:txBody>
          <a:bodyPr>
            <a:normAutofit fontScale="92500" lnSpcReduction="10000"/>
          </a:bodyPr>
          <a:lstStyle/>
          <a:p>
            <a:r>
              <a:rPr lang="vi-VN" dirty="0"/>
              <a:t>Sơ đồ hoạt động, thể hiện các hoạt động trong một quy trình hoặc trong việc xử lý dữ liệu.</a:t>
            </a:r>
            <a:endParaRPr lang="en-GB" dirty="0"/>
          </a:p>
          <a:p>
            <a:r>
              <a:rPr lang="vi-VN" dirty="0"/>
              <a:t>Sơ đồ use case, thể hiện các tương tác giữa hệ thống và môi trường của nó. </a:t>
            </a:r>
            <a:endParaRPr lang="en-GB" dirty="0"/>
          </a:p>
          <a:p>
            <a:r>
              <a:rPr lang="vi-VN" dirty="0"/>
              <a:t>Sơ đồ tuần tự, thể hiện các tương tác giữa actor và hệ thống, cũng như giữa các thành phần của hệ thống.</a:t>
            </a:r>
            <a:endParaRPr lang="en-GB" dirty="0"/>
          </a:p>
          <a:p>
            <a:r>
              <a:rPr lang="vi-VN" dirty="0"/>
              <a:t>Sơ đồ lớp, thể hiện các lớp đối tượng trong hệ thống và các association giữa những lớp này.</a:t>
            </a:r>
            <a:endParaRPr lang="en-GB" dirty="0"/>
          </a:p>
          <a:p>
            <a:r>
              <a:rPr lang="vi-VN" dirty="0"/>
              <a:t>Sơ đồ trạng thái, thể hiện cách hệ thống phản ứng với các sự kiện bên trong và bên ngoài. </a:t>
            </a:r>
            <a:endParaRPr lang="en-GB" dirty="0"/>
          </a:p>
          <a:p>
            <a:endParaRPr lang="en-US" dirty="0"/>
          </a:p>
        </p:txBody>
      </p:sp>
      <p:sp>
        <p:nvSpPr>
          <p:cNvPr id="6" name="Date Placeholder 5"/>
          <p:cNvSpPr>
            <a:spLocks noGrp="1"/>
          </p:cNvSpPr>
          <p:nvPr>
            <p:ph type="dt" sz="half" idx="10"/>
          </p:nvPr>
        </p:nvSpPr>
        <p:spPr/>
        <p:txBody>
          <a:bodyPr/>
          <a:lstStyle/>
          <a:p>
            <a:fld id="{EF363037-35D4-4ACF-B722-87A1C335C270}" type="datetime1">
              <a:rPr lang="nb-NO" smtClean="0"/>
              <a:t>14.09.2026</a:t>
            </a:fld>
            <a:endParaRPr lang="en-US"/>
          </a:p>
        </p:txBody>
      </p:sp>
      <p:sp>
        <p:nvSpPr>
          <p:cNvPr id="5" name="Footer Placeholder 4"/>
          <p:cNvSpPr>
            <a:spLocks noGrp="1"/>
          </p:cNvSpPr>
          <p:nvPr>
            <p:ph type="ftr" sz="quarter" idx="11"/>
          </p:nvPr>
        </p:nvSpPr>
        <p:spPr/>
        <p:txBody>
          <a:bodyPr/>
          <a:lstStyle/>
          <a:p>
            <a:r>
              <a:rPr lang="vi-VN"/>
              <a:t>Chương 5 Mô hình hóa hệ thống</a:t>
            </a:r>
          </a:p>
        </p:txBody>
      </p:sp>
      <p:sp>
        <p:nvSpPr>
          <p:cNvPr id="4" name="Slide Number Placeholder 3"/>
          <p:cNvSpPr>
            <a:spLocks noGrp="1"/>
          </p:cNvSpPr>
          <p:nvPr>
            <p:ph type="sldNum" sz="quarter" idx="12"/>
          </p:nvPr>
        </p:nvSpPr>
        <p:spPr/>
        <p:txBody>
          <a:bodyPr/>
          <a:lstStyle/>
          <a:p>
            <a:fld id="{DEC9DA09-039A-A841-BA90-58CFCFBF8E01}"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Các góc nhìn bên ngoài</a:t>
            </a:r>
            <a:endParaRPr lang="en-US" dirty="0"/>
          </a:p>
        </p:txBody>
      </p:sp>
      <p:sp>
        <p:nvSpPr>
          <p:cNvPr id="11" name="Text Placeholder 10"/>
          <p:cNvSpPr>
            <a:spLocks noGrp="1"/>
          </p:cNvSpPr>
          <p:nvPr>
            <p:ph type="body" idx="1"/>
          </p:nvPr>
        </p:nvSpPr>
        <p:spPr/>
        <p:txBody>
          <a:bodyPr/>
          <a:lstStyle/>
          <a:p>
            <a:endParaRPr lang="en-US"/>
          </a:p>
        </p:txBody>
      </p:sp>
      <p:sp>
        <p:nvSpPr>
          <p:cNvPr id="4" name="Date Placeholder 3"/>
          <p:cNvSpPr>
            <a:spLocks noGrp="1"/>
          </p:cNvSpPr>
          <p:nvPr>
            <p:ph type="dt" sz="half" idx="10"/>
          </p:nvPr>
        </p:nvSpPr>
        <p:spPr/>
        <p:txBody>
          <a:bodyPr/>
          <a:lstStyle/>
          <a:p>
            <a:fld id="{0107CE45-578A-4527-A7FD-0E7D0127D9DC}" type="datetime1">
              <a:rPr lang="nb-NO" smtClean="0"/>
              <a:t>14.09.2026</a:t>
            </a:fld>
            <a:endParaRPr lang="en-US"/>
          </a:p>
        </p:txBody>
      </p:sp>
      <p:sp>
        <p:nvSpPr>
          <p:cNvPr id="5" name="Footer Placeholder 4"/>
          <p:cNvSpPr>
            <a:spLocks noGrp="1"/>
          </p:cNvSpPr>
          <p:nvPr>
            <p:ph type="ftr" sz="quarter" idx="11"/>
          </p:nvPr>
        </p:nvSpPr>
        <p:spPr/>
        <p:txBody>
          <a:bodyPr/>
          <a:lstStyle/>
          <a:p>
            <a:r>
              <a:rPr lang="vi-VN"/>
              <a:t>Chương 5 Mô hình hóa hệ thống</a:t>
            </a:r>
          </a:p>
        </p:txBody>
      </p:sp>
      <p:sp>
        <p:nvSpPr>
          <p:cNvPr id="6" name="Slide Number Placeholder 5"/>
          <p:cNvSpPr>
            <a:spLocks noGrp="1"/>
          </p:cNvSpPr>
          <p:nvPr>
            <p:ph type="sldNum" sz="quarter" idx="12"/>
          </p:nvPr>
        </p:nvSpPr>
        <p:spPr/>
        <p:txBody>
          <a:bodyPr/>
          <a:lstStyle/>
          <a:p>
            <a:fld id="{50F2F7EC-46EB-964D-B691-B03AC1106FC0}" type="slidenum">
              <a:rPr lang="en-US" smtClean="0"/>
              <a:pPr/>
              <a:t>8</a:t>
            </a:fld>
            <a:endParaRPr lang="en-US"/>
          </a:p>
        </p:txBody>
      </p:sp>
    </p:spTree>
    <p:extLst>
      <p:ext uri="{BB962C8B-B14F-4D97-AF65-F5344CB8AC3E}">
        <p14:creationId xmlns:p14="http://schemas.microsoft.com/office/powerpoint/2010/main" val="156811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vi-VN" dirty="0"/>
              <a:t>Context model &amp; RANH GIỚI HỆ THỐNG</a:t>
            </a:r>
          </a:p>
        </p:txBody>
      </p:sp>
      <p:sp>
        <p:nvSpPr>
          <p:cNvPr id="35843" name="Rectangle 3"/>
          <p:cNvSpPr>
            <a:spLocks noGrp="1" noChangeArrowheads="1"/>
          </p:cNvSpPr>
          <p:nvPr>
            <p:ph idx="1"/>
          </p:nvPr>
        </p:nvSpPr>
        <p:spPr/>
        <p:txBody>
          <a:bodyPr/>
          <a:lstStyle/>
          <a:p>
            <a:r>
              <a:rPr lang="vi-VN" dirty="0"/>
              <a:t>Để minh họa ngữ cảnh vận hành của hệ thống – các ranh giới</a:t>
            </a:r>
          </a:p>
          <a:p>
            <a:pPr lvl="1"/>
            <a:r>
              <a:rPr lang="vi-VN" dirty="0"/>
              <a:t>chúng cho thấy những gì nằm ngoài ranh giới hệ thống.</a:t>
            </a:r>
          </a:p>
          <a:p>
            <a:r>
              <a:rPr lang="vi-VN" dirty="0"/>
              <a:t>Các mối quan tâm về xã hội và tổ chức có thể ảnh hưởng đến quyết định đặt ranh giới hệ thống ở đâu.</a:t>
            </a:r>
          </a:p>
          <a:p>
            <a:r>
              <a:rPr lang="vi-VN" dirty="0"/>
              <a:t>Mô hình kiến trúc thể hiện hệ thống và mối quan hệ của nó với các hệ thống khác.</a:t>
            </a:r>
          </a:p>
          <a:p>
            <a:r>
              <a:rPr lang="vi-VN" dirty="0"/>
              <a:t>Ranh giới hệ thống được thiết lập để xác định cái gì nằm trong và cái gì nằm ngoài hệ thống.</a:t>
            </a:r>
          </a:p>
        </p:txBody>
      </p:sp>
      <p:sp>
        <p:nvSpPr>
          <p:cNvPr id="2" name="Date Placeholder 1"/>
          <p:cNvSpPr>
            <a:spLocks noGrp="1"/>
          </p:cNvSpPr>
          <p:nvPr>
            <p:ph type="dt" sz="half" idx="10"/>
          </p:nvPr>
        </p:nvSpPr>
        <p:spPr/>
        <p:txBody>
          <a:bodyPr/>
          <a:lstStyle/>
          <a:p>
            <a:fld id="{ABB330C5-05B7-468E-97EB-1052F005752E}" type="datetime1">
              <a:rPr lang="nb-NO" smtClean="0"/>
              <a:t>14.09.2026</a:t>
            </a:fld>
            <a:endParaRPr lang="en-US"/>
          </a:p>
        </p:txBody>
      </p:sp>
      <p:sp>
        <p:nvSpPr>
          <p:cNvPr id="5" name="Footer Placeholder 4"/>
          <p:cNvSpPr>
            <a:spLocks noGrp="1"/>
          </p:cNvSpPr>
          <p:nvPr>
            <p:ph type="ftr" sz="quarter" idx="11"/>
          </p:nvPr>
        </p:nvSpPr>
        <p:spPr/>
        <p:txBody>
          <a:bodyPr/>
          <a:lstStyle/>
          <a:p>
            <a:r>
              <a:rPr lang="vi-VN"/>
              <a:t>Chương 5 Mô hình hóa hệ thống</a:t>
            </a:r>
          </a:p>
        </p:txBody>
      </p:sp>
      <p:sp>
        <p:nvSpPr>
          <p:cNvPr id="4" name="Slide Number Placeholder 3"/>
          <p:cNvSpPr>
            <a:spLocks noGrp="1"/>
          </p:cNvSpPr>
          <p:nvPr>
            <p:ph type="sldNum" sz="quarter" idx="12"/>
          </p:nvPr>
        </p:nvSpPr>
        <p:spPr/>
        <p:txBody>
          <a:bodyPr/>
          <a:lstStyle/>
          <a:p>
            <a:fld id="{DEC9DA09-039A-A841-BA90-58CFCFBF8E01}"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vi-VN"/>
              <a:t>Ngữ cảnh của hệ thống Mentcare </a:t>
            </a:r>
            <a:endParaRPr lang="en-US" dirty="0"/>
          </a:p>
        </p:txBody>
      </p:sp>
      <p:sp>
        <p:nvSpPr>
          <p:cNvPr id="2" name="Date Placeholder 1"/>
          <p:cNvSpPr>
            <a:spLocks noGrp="1"/>
          </p:cNvSpPr>
          <p:nvPr>
            <p:ph type="dt" sz="half" idx="10"/>
          </p:nvPr>
        </p:nvSpPr>
        <p:spPr/>
        <p:txBody>
          <a:bodyPr/>
          <a:lstStyle/>
          <a:p>
            <a:fld id="{5E4CA5CF-4F1A-43B6-8714-21FFEDA118B1}" type="datetime1">
              <a:rPr lang="nb-NO" smtClean="0"/>
              <a:t>14.09.2026</a:t>
            </a:fld>
            <a:endParaRPr lang="en-US"/>
          </a:p>
        </p:txBody>
      </p:sp>
      <p:sp>
        <p:nvSpPr>
          <p:cNvPr id="6" name="Footer Placeholder 5"/>
          <p:cNvSpPr>
            <a:spLocks noGrp="1"/>
          </p:cNvSpPr>
          <p:nvPr>
            <p:ph type="ftr" sz="quarter" idx="11"/>
          </p:nvPr>
        </p:nvSpPr>
        <p:spPr/>
        <p:txBody>
          <a:bodyPr/>
          <a:lstStyle/>
          <a:p>
            <a:r>
              <a:rPr lang="vi-VN"/>
              <a:t>Chương 5 Mô hình hóa hệ thống</a:t>
            </a:r>
          </a:p>
        </p:txBody>
      </p:sp>
      <p:sp>
        <p:nvSpPr>
          <p:cNvPr id="5" name="Slide Number Placeholder 4"/>
          <p:cNvSpPr>
            <a:spLocks noGrp="1"/>
          </p:cNvSpPr>
          <p:nvPr>
            <p:ph type="sldNum" sz="quarter" idx="12"/>
          </p:nvPr>
        </p:nvSpPr>
        <p:spPr/>
        <p:txBody>
          <a:bodyPr/>
          <a:lstStyle/>
          <a:p>
            <a:fld id="{964AD586-7C25-0244-A129-E014CC0A164A}" type="slidenum">
              <a:rPr lang="en-US" smtClean="0"/>
              <a:pPr/>
              <a:t>10</a:t>
            </a:fld>
            <a:endParaRPr lang="en-US"/>
          </a:p>
        </p:txBody>
      </p:sp>
      <p:pic>
        <p:nvPicPr>
          <p:cNvPr id="7" name="Picture 6" descr="5.1 Mentcare context.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59086" y="1600104"/>
            <a:ext cx="7273828" cy="458193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Góc nhìn quy trình</a:t>
            </a:r>
            <a:endParaRPr lang="en-US" dirty="0"/>
          </a:p>
        </p:txBody>
      </p:sp>
      <p:sp>
        <p:nvSpPr>
          <p:cNvPr id="4" name="Content Placeholder 3"/>
          <p:cNvSpPr>
            <a:spLocks noGrp="1"/>
          </p:cNvSpPr>
          <p:nvPr>
            <p:ph idx="1"/>
          </p:nvPr>
        </p:nvSpPr>
        <p:spPr/>
        <p:txBody>
          <a:bodyPr/>
          <a:lstStyle/>
          <a:p>
            <a:pPr lvl="2">
              <a:lnSpc>
                <a:spcPct val="150000"/>
              </a:lnSpc>
            </a:pPr>
            <a:r>
              <a:rPr lang="vi-VN" dirty="0"/>
              <a:t>Context model chỉ cho thấy các hệ thống khác trong môi trường, chứ không cho thấy hệ thống đang phát triển được sử dụng như thế nào trong môi trường đó.</a:t>
            </a:r>
          </a:p>
          <a:p>
            <a:pPr>
              <a:lnSpc>
                <a:spcPct val="150000"/>
              </a:lnSpc>
            </a:pPr>
            <a:r>
              <a:rPr lang="vi-VN" dirty="0"/>
              <a:t>Process model cho thấy hệ thống đang phát triển được sử dụng ra sao trong các quy trình nghiệp vụ rộng hơn.</a:t>
            </a:r>
          </a:p>
          <a:p>
            <a:pPr>
              <a:lnSpc>
                <a:spcPct val="150000"/>
              </a:lnSpc>
            </a:pPr>
            <a:r>
              <a:rPr lang="vi-VN" dirty="0"/>
              <a:t>Sơ đồ hoạt động UML có thể được dùng để định nghĩa các mô hình quy trình nghiệp vụ.</a:t>
            </a:r>
          </a:p>
        </p:txBody>
      </p:sp>
      <p:sp>
        <p:nvSpPr>
          <p:cNvPr id="3" name="Date Placeholder 2"/>
          <p:cNvSpPr>
            <a:spLocks noGrp="1"/>
          </p:cNvSpPr>
          <p:nvPr>
            <p:ph type="dt" sz="half" idx="10"/>
          </p:nvPr>
        </p:nvSpPr>
        <p:spPr/>
        <p:txBody>
          <a:bodyPr/>
          <a:lstStyle/>
          <a:p>
            <a:fld id="{A77CED40-4E5F-4B12-9776-E3228786EB14}" type="datetime1">
              <a:rPr lang="nb-NO" smtClean="0"/>
              <a:t>14.09.2026</a:t>
            </a:fld>
            <a:endParaRPr lang="en-US"/>
          </a:p>
        </p:txBody>
      </p:sp>
      <p:sp>
        <p:nvSpPr>
          <p:cNvPr id="6" name="Footer Placeholder 5"/>
          <p:cNvSpPr>
            <a:spLocks noGrp="1"/>
          </p:cNvSpPr>
          <p:nvPr>
            <p:ph type="ftr" sz="quarter" idx="11"/>
          </p:nvPr>
        </p:nvSpPr>
        <p:spPr/>
        <p:txBody>
          <a:bodyPr/>
          <a:lstStyle/>
          <a:p>
            <a:r>
              <a:rPr lang="vi-VN"/>
              <a:t>Chương 5 Mô hình hóa hệ thống</a:t>
            </a:r>
          </a:p>
        </p:txBody>
      </p:sp>
      <p:sp>
        <p:nvSpPr>
          <p:cNvPr id="5" name="Slide Number Placeholder 4"/>
          <p:cNvSpPr>
            <a:spLocks noGrp="1"/>
          </p:cNvSpPr>
          <p:nvPr>
            <p:ph type="sldNum" sz="quarter" idx="12"/>
          </p:nvPr>
        </p:nvSpPr>
        <p:spPr/>
        <p:txBody>
          <a:bodyPr/>
          <a:lstStyle/>
          <a:p>
            <a:fld id="{DEC9DA09-039A-A841-BA90-58CFCFBF8E01}"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vi-VN" dirty="0"/>
              <a:t>Mô hình quy trình của việc giam giữ không tự nguyện </a:t>
            </a:r>
            <a:endParaRPr lang="en-US" dirty="0"/>
          </a:p>
        </p:txBody>
      </p:sp>
      <p:sp>
        <p:nvSpPr>
          <p:cNvPr id="2" name="Date Placeholder 1"/>
          <p:cNvSpPr>
            <a:spLocks noGrp="1"/>
          </p:cNvSpPr>
          <p:nvPr>
            <p:ph type="dt" sz="half" idx="10"/>
          </p:nvPr>
        </p:nvSpPr>
        <p:spPr/>
        <p:txBody>
          <a:bodyPr/>
          <a:lstStyle/>
          <a:p>
            <a:fld id="{1C83CF6B-EEE1-406C-A8CF-09F2DC2352E1}" type="datetime1">
              <a:rPr lang="nb-NO" smtClean="0"/>
              <a:t>14.09.2026</a:t>
            </a:fld>
            <a:endParaRPr lang="en-US"/>
          </a:p>
        </p:txBody>
      </p:sp>
      <p:sp>
        <p:nvSpPr>
          <p:cNvPr id="6" name="Footer Placeholder 5"/>
          <p:cNvSpPr>
            <a:spLocks noGrp="1"/>
          </p:cNvSpPr>
          <p:nvPr>
            <p:ph type="ftr" sz="quarter" idx="11"/>
          </p:nvPr>
        </p:nvSpPr>
        <p:spPr/>
        <p:txBody>
          <a:bodyPr/>
          <a:lstStyle/>
          <a:p>
            <a:r>
              <a:rPr lang="vi-VN"/>
              <a:t>Chương 5 Mô hình hóa hệ thống</a:t>
            </a:r>
          </a:p>
        </p:txBody>
      </p:sp>
      <p:sp>
        <p:nvSpPr>
          <p:cNvPr id="5" name="Slide Number Placeholder 4"/>
          <p:cNvSpPr>
            <a:spLocks noGrp="1"/>
          </p:cNvSpPr>
          <p:nvPr>
            <p:ph type="sldNum" sz="quarter" idx="12"/>
          </p:nvPr>
        </p:nvSpPr>
        <p:spPr/>
        <p:txBody>
          <a:bodyPr/>
          <a:lstStyle/>
          <a:p>
            <a:fld id="{964AD586-7C25-0244-A129-E014CC0A164A}" type="slidenum">
              <a:rPr lang="en-US" smtClean="0"/>
              <a:pPr/>
              <a:t>12</a:t>
            </a:fld>
            <a:endParaRPr lang="en-US"/>
          </a:p>
        </p:txBody>
      </p:sp>
      <p:sp>
        <p:nvSpPr>
          <p:cNvPr id="7" name="Shape 218"/>
          <p:cNvSpPr/>
          <p:nvPr/>
        </p:nvSpPr>
        <p:spPr>
          <a:xfrm>
            <a:off x="2651974" y="5209042"/>
            <a:ext cx="1554053" cy="823379"/>
          </a:xfrm>
          <a:prstGeom prst="ellipse">
            <a:avLst/>
          </a:prstGeom>
          <a:ln w="3175">
            <a:solidFill>
              <a:srgbClr val="FF9300"/>
            </a:solidFill>
            <a:miter lim="400000"/>
          </a:ln>
        </p:spPr>
        <p:txBody>
          <a:bodyPr lIns="50800" tIns="50800" rIns="50800" bIns="50800" anchor="ctr"/>
          <a:lstStyle/>
          <a:p>
            <a:pPr>
              <a:defRPr sz="3200">
                <a:effectLst>
                  <a:outerShdw blurRad="25400" dist="25400" dir="2700000" rotWithShape="0">
                    <a:srgbClr val="FFFFFF">
                      <a:alpha val="50000"/>
                    </a:srgbClr>
                  </a:outerShdw>
                </a:effectLst>
              </a:defRPr>
            </a:pPr>
            <a:endParaRPr sz="3200"/>
          </a:p>
        </p:txBody>
      </p:sp>
      <p:sp>
        <p:nvSpPr>
          <p:cNvPr id="8" name="Shape 219"/>
          <p:cNvSpPr/>
          <p:nvPr/>
        </p:nvSpPr>
        <p:spPr>
          <a:xfrm>
            <a:off x="7823030" y="4834893"/>
            <a:ext cx="1554053" cy="823379"/>
          </a:xfrm>
          <a:prstGeom prst="ellipse">
            <a:avLst/>
          </a:prstGeom>
          <a:ln w="3175">
            <a:solidFill>
              <a:srgbClr val="FF9300"/>
            </a:solidFill>
            <a:miter lim="400000"/>
          </a:ln>
        </p:spPr>
        <p:txBody>
          <a:bodyPr lIns="50800" tIns="50800" rIns="50800" bIns="50800" anchor="ctr"/>
          <a:lstStyle/>
          <a:p>
            <a:pPr>
              <a:defRPr sz="3200">
                <a:effectLst>
                  <a:outerShdw blurRad="25400" dist="25400" dir="2700000" rotWithShape="0">
                    <a:srgbClr val="FFFFFF">
                      <a:alpha val="50000"/>
                    </a:srgbClr>
                  </a:outerShdw>
                </a:effectLst>
              </a:defRPr>
            </a:pPr>
            <a:endParaRPr sz="3200"/>
          </a:p>
        </p:txBody>
      </p:sp>
      <p:sp>
        <p:nvSpPr>
          <p:cNvPr id="9" name="Shape 220"/>
          <p:cNvSpPr/>
          <p:nvPr/>
        </p:nvSpPr>
        <p:spPr>
          <a:xfrm>
            <a:off x="7860773" y="6009726"/>
            <a:ext cx="2051985" cy="471924"/>
          </a:xfrm>
          <a:prstGeom prst="rect">
            <a:avLst/>
          </a:prstGeom>
          <a:ln w="12700">
            <a:miter lim="400000"/>
          </a:ln>
          <a:extLst>
            <a:ext uri="{C572A759-6A51-4108-AA02-DFA0A04FC94B}">
              <ma14:wrappingTextBoxFlag xmlns:ma14="http://schemas.microsoft.com/office/mac/drawingml/2011/main" xmlns="" val="1"/>
            </a:ext>
          </a:extLst>
        </p:spPr>
        <p:txBody>
          <a:bodyPr wrap="square" lIns="50800" tIns="50800" rIns="50800" bIns="50800" anchor="ctr">
            <a:spAutoFit/>
          </a:bodyPr>
          <a:lstStyle>
            <a:lvl1pPr>
              <a:defRPr sz="2600">
                <a:solidFill>
                  <a:srgbClr val="FF9300"/>
                </a:solidFill>
              </a:defRPr>
            </a:lvl1pPr>
          </a:lstStyle>
          <a:p>
            <a:r>
              <a:rPr sz="2400" dirty="0" lang="vi-VN"/>
              <a:t>hệ thống của chúng ta</a:t>
            </a:r>
          </a:p>
        </p:txBody>
      </p:sp>
      <p:sp>
        <p:nvSpPr>
          <p:cNvPr id="10" name="Shape 221"/>
          <p:cNvSpPr/>
          <p:nvPr/>
        </p:nvSpPr>
        <p:spPr>
          <a:xfrm flipH="1" flipV="1">
            <a:off x="4206025" y="5818509"/>
            <a:ext cx="3617003" cy="474714"/>
          </a:xfrm>
          <a:prstGeom prst="line">
            <a:avLst/>
          </a:prstGeom>
          <a:ln w="12700">
            <a:solidFill>
              <a:srgbClr val="FF9300"/>
            </a:solidFill>
            <a:custDash>
              <a:ds d="200000" sp="200000"/>
            </a:custDash>
            <a:miter lim="400000"/>
            <a:tailEnd type="triangle"/>
          </a:ln>
        </p:spPr>
        <p:txBody>
          <a:bodyPr lIns="50800" tIns="50800" rIns="50800" bIns="50800" anchor="ctr"/>
          <a:lstStyle/>
          <a:p>
            <a:pPr>
              <a:defRPr sz="3200">
                <a:effectLst>
                  <a:outerShdw blurRad="25400" dist="25400" dir="2700000" rotWithShape="0">
                    <a:srgbClr val="FFFFFF">
                      <a:alpha val="50000"/>
                    </a:srgbClr>
                  </a:outerShdw>
                </a:effectLst>
              </a:defRPr>
            </a:pPr>
            <a:endParaRPr sz="3200"/>
          </a:p>
        </p:txBody>
      </p:sp>
      <p:sp>
        <p:nvSpPr>
          <p:cNvPr id="11" name="Shape 222"/>
          <p:cNvSpPr/>
          <p:nvPr/>
        </p:nvSpPr>
        <p:spPr>
          <a:xfrm flipV="1">
            <a:off x="8579918" y="5668654"/>
            <a:ext cx="0" cy="299712"/>
          </a:xfrm>
          <a:prstGeom prst="line">
            <a:avLst/>
          </a:prstGeom>
          <a:ln w="12700">
            <a:solidFill>
              <a:srgbClr val="FF9300"/>
            </a:solidFill>
            <a:custDash>
              <a:ds d="200000" sp="200000"/>
            </a:custDash>
            <a:miter lim="400000"/>
            <a:tailEnd type="triangle"/>
          </a:ln>
        </p:spPr>
        <p:txBody>
          <a:bodyPr lIns="50800" tIns="50800" rIns="50800" bIns="50800" anchor="ctr"/>
          <a:lstStyle/>
          <a:p>
            <a:pPr>
              <a:defRPr sz="3200">
                <a:effectLst>
                  <a:outerShdw blurRad="25400" dist="25400" dir="2700000" rotWithShape="0">
                    <a:srgbClr val="FFFFFF">
                      <a:alpha val="50000"/>
                    </a:srgbClr>
                  </a:outerShdw>
                </a:effectLst>
              </a:defRPr>
            </a:pPr>
            <a:endParaRPr sz="3200"/>
          </a:p>
        </p:txBody>
      </p:sp>
      <p:pic>
        <p:nvPicPr>
          <p:cNvPr id="12" name="Picture 11" descr="5.2 Detention Process.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7903" y="1509449"/>
            <a:ext cx="8552046" cy="442015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Góc nhìn tương tác</a:t>
            </a:r>
            <a:endParaRPr lang="en-US" dirty="0"/>
          </a:p>
        </p:txBody>
      </p:sp>
      <p:sp>
        <p:nvSpPr>
          <p:cNvPr id="11" name="Text Placeholder 10"/>
          <p:cNvSpPr>
            <a:spLocks noGrp="1"/>
          </p:cNvSpPr>
          <p:nvPr>
            <p:ph type="body" idx="1"/>
          </p:nvPr>
        </p:nvSpPr>
        <p:spPr/>
        <p:txBody>
          <a:bodyPr/>
          <a:lstStyle/>
          <a:p>
            <a:endParaRPr lang="en-US"/>
          </a:p>
        </p:txBody>
      </p:sp>
      <p:sp>
        <p:nvSpPr>
          <p:cNvPr id="4" name="Date Placeholder 3"/>
          <p:cNvSpPr>
            <a:spLocks noGrp="1"/>
          </p:cNvSpPr>
          <p:nvPr>
            <p:ph type="dt" sz="half" idx="10"/>
          </p:nvPr>
        </p:nvSpPr>
        <p:spPr/>
        <p:txBody>
          <a:bodyPr/>
          <a:lstStyle/>
          <a:p>
            <a:fld id="{0F92A18A-8946-4619-9FFC-E7E6C6300919}" type="datetime1">
              <a:rPr lang="nb-NO" smtClean="0"/>
              <a:t>14.09.2026</a:t>
            </a:fld>
            <a:endParaRPr lang="en-US"/>
          </a:p>
        </p:txBody>
      </p:sp>
      <p:sp>
        <p:nvSpPr>
          <p:cNvPr id="5" name="Footer Placeholder 4"/>
          <p:cNvSpPr>
            <a:spLocks noGrp="1"/>
          </p:cNvSpPr>
          <p:nvPr>
            <p:ph type="ftr" sz="quarter" idx="11"/>
          </p:nvPr>
        </p:nvSpPr>
        <p:spPr/>
        <p:txBody>
          <a:bodyPr/>
          <a:lstStyle/>
          <a:p>
            <a:r>
              <a:rPr lang="vi-VN"/>
              <a:t>Chương 5 Mô hình hóa hệ thống</a:t>
            </a:r>
          </a:p>
        </p:txBody>
      </p:sp>
      <p:sp>
        <p:nvSpPr>
          <p:cNvPr id="6" name="Slide Number Placeholder 5"/>
          <p:cNvSpPr>
            <a:spLocks noGrp="1"/>
          </p:cNvSpPr>
          <p:nvPr>
            <p:ph type="sldNum" sz="quarter" idx="12"/>
          </p:nvPr>
        </p:nvSpPr>
        <p:spPr/>
        <p:txBody>
          <a:bodyPr/>
          <a:lstStyle/>
          <a:p>
            <a:fld id="{50F2F7EC-46EB-964D-B691-B03AC1106FC0}" type="slidenum">
              <a:rPr lang="en-US" smtClean="0"/>
              <a:pPr/>
              <a:t>13</a:t>
            </a:fld>
            <a:endParaRPr lang="en-US"/>
          </a:p>
        </p:txBody>
      </p:sp>
    </p:spTree>
    <p:extLst>
      <p:ext uri="{BB962C8B-B14F-4D97-AF65-F5344CB8AC3E}">
        <p14:creationId xmlns:p14="http://schemas.microsoft.com/office/powerpoint/2010/main" val="37758798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Mô hình tương tác</a:t>
            </a:r>
            <a:endParaRPr lang="en-US" dirty="0"/>
          </a:p>
        </p:txBody>
      </p:sp>
      <p:sp>
        <p:nvSpPr>
          <p:cNvPr id="3" name="Content Placeholder 2"/>
          <p:cNvSpPr>
            <a:spLocks noGrp="1"/>
          </p:cNvSpPr>
          <p:nvPr>
            <p:ph idx="1"/>
          </p:nvPr>
        </p:nvSpPr>
        <p:spPr/>
        <p:txBody>
          <a:bodyPr>
            <a:normAutofit/>
          </a:bodyPr>
          <a:lstStyle/>
          <a:p>
            <a:r>
              <a:rPr lang="vi-VN" dirty="0"/>
              <a:t>Mô hình hóa tương tác của người dùng</a:t>
            </a:r>
          </a:p>
          <a:p>
            <a:pPr lvl="1"/>
            <a:r>
              <a:rPr lang="vi-VN" dirty="0"/>
              <a:t>giúp xác định các yêu cầu của người dùng. </a:t>
            </a:r>
          </a:p>
          <a:p>
            <a:r>
              <a:rPr lang="vi-VN" dirty="0"/>
              <a:t>Mô hình hóa tương tác giữa các hệ thống</a:t>
            </a:r>
          </a:p>
          <a:p>
            <a:pPr lvl="1"/>
            <a:r>
              <a:rPr lang="vi-VN" dirty="0"/>
              <a:t>làm nổi bật các vấn đề giao tiếp có thể phát sinh. </a:t>
            </a:r>
          </a:p>
          <a:p>
            <a:r>
              <a:rPr lang="vi-VN" dirty="0"/>
              <a:t>Mô hình hóa tương tác giữa các thành phần</a:t>
            </a:r>
          </a:p>
          <a:p>
            <a:pPr lvl="1"/>
            <a:r>
              <a:rPr lang="vi-VN" dirty="0"/>
              <a:t>để hiểu liệu cấu trúc hệ thống được đề xuất có khả năng đáp ứng hiệu năng và độ tin cậy yêu cầu hay không. </a:t>
            </a:r>
          </a:p>
          <a:p>
            <a:r>
              <a:rPr lang="vi-VN" dirty="0"/>
              <a:t>Sơ đồ use case và sơ đồ tuần tự có thể được dùng để mô hình hóa tương tác.</a:t>
            </a:r>
          </a:p>
          <a:p>
            <a:endParaRPr lang="en-US" dirty="0"/>
          </a:p>
        </p:txBody>
      </p:sp>
      <p:sp>
        <p:nvSpPr>
          <p:cNvPr id="6" name="Date Placeholder 5"/>
          <p:cNvSpPr>
            <a:spLocks noGrp="1"/>
          </p:cNvSpPr>
          <p:nvPr>
            <p:ph type="dt" sz="half" idx="10"/>
          </p:nvPr>
        </p:nvSpPr>
        <p:spPr/>
        <p:txBody>
          <a:bodyPr/>
          <a:lstStyle/>
          <a:p>
            <a:fld id="{1B971577-4423-4C06-934C-79361B707767}" type="datetime1">
              <a:rPr lang="nb-NO" smtClean="0"/>
              <a:t>14.09.2026</a:t>
            </a:fld>
            <a:endParaRPr lang="en-US"/>
          </a:p>
        </p:txBody>
      </p:sp>
      <p:sp>
        <p:nvSpPr>
          <p:cNvPr id="5" name="Footer Placeholder 4"/>
          <p:cNvSpPr>
            <a:spLocks noGrp="1"/>
          </p:cNvSpPr>
          <p:nvPr>
            <p:ph type="ftr" sz="quarter" idx="11"/>
          </p:nvPr>
        </p:nvSpPr>
        <p:spPr/>
        <p:txBody>
          <a:bodyPr/>
          <a:lstStyle/>
          <a:p>
            <a:r>
              <a:rPr lang="vi-VN"/>
              <a:t>Chương 5 Mô hình hóa hệ thống</a:t>
            </a:r>
          </a:p>
        </p:txBody>
      </p:sp>
      <p:sp>
        <p:nvSpPr>
          <p:cNvPr id="4" name="Slide Number Placeholder 3"/>
          <p:cNvSpPr>
            <a:spLocks noGrp="1"/>
          </p:cNvSpPr>
          <p:nvPr>
            <p:ph type="sldNum" sz="quarter" idx="12"/>
          </p:nvPr>
        </p:nvSpPr>
        <p:spPr/>
        <p:txBody>
          <a:bodyPr/>
          <a:lstStyle/>
          <a:p>
            <a:fld id="{DEC9DA09-039A-A841-BA90-58CFCFBF8E01}"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Mô hình hóa use case</a:t>
            </a:r>
            <a:endParaRPr lang="en-US" dirty="0"/>
          </a:p>
        </p:txBody>
      </p:sp>
      <p:sp>
        <p:nvSpPr>
          <p:cNvPr id="3" name="Content Placeholder 2"/>
          <p:cNvSpPr>
            <a:spLocks noGrp="1"/>
          </p:cNvSpPr>
          <p:nvPr>
            <p:ph idx="1"/>
          </p:nvPr>
        </p:nvSpPr>
        <p:spPr/>
        <p:txBody>
          <a:bodyPr/>
          <a:lstStyle/>
          <a:p>
            <a:pPr lvl="2"/>
            <a:r>
              <a:rPr lang="vi-VN" dirty="0"/>
              <a:t>Use case ban đầu được phát triển để hỗ trợ việc khai thác yêu cầu và nay đã được đưa vào UML.</a:t>
            </a:r>
          </a:p>
          <a:p>
            <a:r>
              <a:rPr lang="vi-VN" dirty="0"/>
              <a:t>Mỗi use case biểu diễn một tác vụ riêng biệt có tương tác bên ngoài với hệ thống.</a:t>
            </a:r>
          </a:p>
          <a:p>
            <a:r>
              <a:rPr lang="vi-VN" dirty="0"/>
              <a:t>Các actor trong một use case có thể là con người hoặc các hệ thống khác.</a:t>
            </a:r>
          </a:p>
          <a:p>
            <a:r>
              <a:rPr lang="vi-VN" dirty="0"/>
              <a:t>Được biểu diễn bằng sơ đồ để có cái nhìn tổng quan về use case, và bằng dạng văn bản chi tiết hơn.</a:t>
            </a:r>
          </a:p>
        </p:txBody>
      </p:sp>
      <p:sp>
        <p:nvSpPr>
          <p:cNvPr id="6" name="Date Placeholder 5"/>
          <p:cNvSpPr>
            <a:spLocks noGrp="1"/>
          </p:cNvSpPr>
          <p:nvPr>
            <p:ph type="dt" sz="half" idx="10"/>
          </p:nvPr>
        </p:nvSpPr>
        <p:spPr/>
        <p:txBody>
          <a:bodyPr/>
          <a:lstStyle/>
          <a:p>
            <a:fld id="{1E277682-56EF-4B48-9216-672B3E7471E1}" type="datetime1">
              <a:rPr lang="nb-NO" smtClean="0"/>
              <a:t>14.09.2026</a:t>
            </a:fld>
            <a:endParaRPr lang="en-US"/>
          </a:p>
        </p:txBody>
      </p:sp>
      <p:sp>
        <p:nvSpPr>
          <p:cNvPr id="5" name="Footer Placeholder 4"/>
          <p:cNvSpPr>
            <a:spLocks noGrp="1"/>
          </p:cNvSpPr>
          <p:nvPr>
            <p:ph type="ftr" sz="quarter" idx="11"/>
          </p:nvPr>
        </p:nvSpPr>
        <p:spPr/>
        <p:txBody>
          <a:bodyPr/>
          <a:lstStyle/>
          <a:p>
            <a:r>
              <a:rPr lang="vi-VN"/>
              <a:t>Chương 5 Mô hình hóa hệ thống</a:t>
            </a:r>
          </a:p>
        </p:txBody>
      </p:sp>
      <p:sp>
        <p:nvSpPr>
          <p:cNvPr id="4" name="Slide Number Placeholder 3"/>
          <p:cNvSpPr>
            <a:spLocks noGrp="1"/>
          </p:cNvSpPr>
          <p:nvPr>
            <p:ph type="sldNum" sz="quarter" idx="12"/>
          </p:nvPr>
        </p:nvSpPr>
        <p:spPr/>
        <p:txBody>
          <a:bodyPr/>
          <a:lstStyle/>
          <a:p>
            <a:fld id="{DEC9DA09-039A-A841-BA90-58CFCFBF8E01}" type="slidenum">
              <a:rPr lang="en-US" smtClean="0"/>
              <a:pPr/>
              <a:t>15</a:t>
            </a:fld>
            <a:endParaRPr lang="en-US"/>
          </a:p>
        </p:txBody>
      </p:sp>
      <p:sp>
        <p:nvSpPr>
          <p:cNvPr id="7" name="Shape 234"/>
          <p:cNvSpPr/>
          <p:nvPr/>
        </p:nvSpPr>
        <p:spPr>
          <a:xfrm>
            <a:off x="2726308" y="6119565"/>
            <a:ext cx="7655942" cy="379591"/>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p>
            <a:r>
              <a:rPr dirty="0"/>
              <a:t>http://tynerblain.com/blog/2007/01/22/how-to-write-good-use-case-names/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vi-VN"/>
              <a:t>Use case chuyển dữ liệu </a:t>
            </a:r>
            <a:endParaRPr lang="en-US" dirty="0"/>
          </a:p>
        </p:txBody>
      </p:sp>
      <p:sp>
        <p:nvSpPr>
          <p:cNvPr id="5" name="Content Placeholder 4"/>
          <p:cNvSpPr>
            <a:spLocks noGrp="1"/>
          </p:cNvSpPr>
          <p:nvPr>
            <p:ph idx="1"/>
          </p:nvPr>
        </p:nvSpPr>
        <p:spPr/>
        <p:txBody>
          <a:bodyPr/>
          <a:lstStyle/>
          <a:p>
            <a:r>
              <a:rPr lang="vi-VN"/>
              <a:t>Một use case trong hệ thống Mentcare</a:t>
            </a:r>
            <a:endParaRPr lang="en-US" dirty="0"/>
          </a:p>
        </p:txBody>
      </p:sp>
      <p:sp>
        <p:nvSpPr>
          <p:cNvPr id="2" name="Date Placeholder 1"/>
          <p:cNvSpPr>
            <a:spLocks noGrp="1"/>
          </p:cNvSpPr>
          <p:nvPr>
            <p:ph type="dt" sz="half" idx="10"/>
          </p:nvPr>
        </p:nvSpPr>
        <p:spPr/>
        <p:txBody>
          <a:bodyPr/>
          <a:lstStyle/>
          <a:p>
            <a:fld id="{F80C98A2-5048-483A-B763-5B2222F6BBEE}" type="datetime1">
              <a:rPr lang="nb-NO" smtClean="0"/>
              <a:t>14.09.2026</a:t>
            </a:fld>
            <a:endParaRPr lang="en-US"/>
          </a:p>
        </p:txBody>
      </p:sp>
      <p:sp>
        <p:nvSpPr>
          <p:cNvPr id="7" name="Footer Placeholder 6"/>
          <p:cNvSpPr>
            <a:spLocks noGrp="1"/>
          </p:cNvSpPr>
          <p:nvPr>
            <p:ph type="ftr" sz="quarter" idx="11"/>
          </p:nvPr>
        </p:nvSpPr>
        <p:spPr/>
        <p:txBody>
          <a:bodyPr/>
          <a:lstStyle/>
          <a:p>
            <a:r>
              <a:rPr lang="vi-VN"/>
              <a:t>Chương 5 Mô hình hóa hệ thống</a:t>
            </a:r>
          </a:p>
        </p:txBody>
      </p:sp>
      <p:sp>
        <p:nvSpPr>
          <p:cNvPr id="6" name="Slide Number Placeholder 5"/>
          <p:cNvSpPr>
            <a:spLocks noGrp="1"/>
          </p:cNvSpPr>
          <p:nvPr>
            <p:ph type="sldNum" sz="quarter" idx="12"/>
          </p:nvPr>
        </p:nvSpPr>
        <p:spPr/>
        <p:txBody>
          <a:bodyPr/>
          <a:lstStyle/>
          <a:p>
            <a:fld id="{DEC9DA09-039A-A841-BA90-58CFCFBF8E01}" type="slidenum">
              <a:rPr lang="en-US" smtClean="0"/>
              <a:pPr/>
              <a:t>16</a:t>
            </a:fld>
            <a:endParaRPr lang="en-US"/>
          </a:p>
        </p:txBody>
      </p:sp>
      <p:pic>
        <p:nvPicPr>
          <p:cNvPr id="8" name="Picture 7" descr="5.3 UseCase.eps"/>
          <p:cNvPicPr>
            <a:picLocks noChangeAspect="1"/>
          </p:cNvPicPr>
          <p:nvPr/>
        </p:nvPicPr>
        <p:blipFill>
          <a:blip r:embed="rId3"/>
          <a:stretch>
            <a:fillRect/>
          </a:stretch>
        </p:blipFill>
        <p:spPr>
          <a:xfrm>
            <a:off x="2569627" y="2773844"/>
            <a:ext cx="7486946" cy="121486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vi-VN"/>
              <a:t>Các use case trong hệ thống Mentcare liên quan đến vai trò ‘Nhân viên lễ tân y tế’ </a:t>
            </a:r>
            <a:endParaRPr lang="en-US" dirty="0"/>
          </a:p>
        </p:txBody>
      </p:sp>
      <p:sp>
        <p:nvSpPr>
          <p:cNvPr id="2" name="Date Placeholder 1"/>
          <p:cNvSpPr>
            <a:spLocks noGrp="1"/>
          </p:cNvSpPr>
          <p:nvPr>
            <p:ph type="dt" sz="half" idx="10"/>
          </p:nvPr>
        </p:nvSpPr>
        <p:spPr/>
        <p:txBody>
          <a:bodyPr/>
          <a:lstStyle/>
          <a:p>
            <a:fld id="{AFA98080-D206-4B93-BD56-A4E961303392}" type="datetime1">
              <a:rPr lang="nb-NO" smtClean="0"/>
              <a:t>14.09.2026</a:t>
            </a:fld>
            <a:endParaRPr lang="en-US"/>
          </a:p>
        </p:txBody>
      </p:sp>
      <p:sp>
        <p:nvSpPr>
          <p:cNvPr id="6" name="Footer Placeholder 5"/>
          <p:cNvSpPr>
            <a:spLocks noGrp="1"/>
          </p:cNvSpPr>
          <p:nvPr>
            <p:ph type="ftr" sz="quarter" idx="11"/>
          </p:nvPr>
        </p:nvSpPr>
        <p:spPr/>
        <p:txBody>
          <a:bodyPr/>
          <a:lstStyle/>
          <a:p>
            <a:r>
              <a:rPr lang="vi-VN"/>
              <a:t>Chương 5 Mô hình hóa hệ thống</a:t>
            </a:r>
          </a:p>
        </p:txBody>
      </p:sp>
      <p:sp>
        <p:nvSpPr>
          <p:cNvPr id="5" name="Slide Number Placeholder 4"/>
          <p:cNvSpPr>
            <a:spLocks noGrp="1"/>
          </p:cNvSpPr>
          <p:nvPr>
            <p:ph type="sldNum" sz="quarter" idx="12"/>
          </p:nvPr>
        </p:nvSpPr>
        <p:spPr/>
        <p:txBody>
          <a:bodyPr/>
          <a:lstStyle/>
          <a:p>
            <a:fld id="{964AD586-7C25-0244-A129-E014CC0A164A}" type="slidenum">
              <a:rPr lang="en-US" smtClean="0"/>
              <a:pPr/>
              <a:t>17</a:t>
            </a:fld>
            <a:endParaRPr lang="en-US"/>
          </a:p>
        </p:txBody>
      </p:sp>
      <p:pic>
        <p:nvPicPr>
          <p:cNvPr id="4" name="Picture 3" descr="5.5 RecepUseCases.eps"/>
          <p:cNvPicPr>
            <a:picLocks noChangeAspect="1"/>
          </p:cNvPicPr>
          <p:nvPr/>
        </p:nvPicPr>
        <p:blipFill>
          <a:blip r:embed="rId2"/>
          <a:stretch>
            <a:fillRect/>
          </a:stretch>
        </p:blipFill>
        <p:spPr>
          <a:xfrm>
            <a:off x="3803650" y="1747838"/>
            <a:ext cx="4451350" cy="4795654"/>
          </a:xfrm>
          <a:prstGeom prst="rect">
            <a:avLst/>
          </a:prstGeom>
        </p:spPr>
      </p:pic>
    </p:spTree>
    <p:extLst>
      <p:ext uri="{BB962C8B-B14F-4D97-AF65-F5344CB8AC3E}">
        <p14:creationId xmlns:p14="http://schemas.microsoft.com/office/powerpoint/2010/main" val="5971314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92096" y="96253"/>
            <a:ext cx="645069" cy="6105042"/>
          </a:xfrm>
        </p:spPr>
        <p:txBody>
          <a:bodyPr vert="vert270"/>
          <a:lstStyle/>
          <a:p>
            <a:r>
              <a:rPr lang="vi-VN" dirty="0"/>
              <a:t>Mẫu bảng kịch bản use case</a:t>
            </a:r>
          </a:p>
        </p:txBody>
      </p:sp>
      <p:sp>
        <p:nvSpPr>
          <p:cNvPr id="3" name="Date Placeholder 2"/>
          <p:cNvSpPr>
            <a:spLocks noGrp="1"/>
          </p:cNvSpPr>
          <p:nvPr>
            <p:ph type="dt" sz="half" idx="10"/>
          </p:nvPr>
        </p:nvSpPr>
        <p:spPr/>
        <p:txBody>
          <a:bodyPr/>
          <a:lstStyle/>
          <a:p>
            <a:fld id="{7353AAA2-974E-479D-B940-3F41CA804092}" type="datetime1">
              <a:rPr lang="nb-NO" smtClean="0"/>
              <a:t>14.09.2026</a:t>
            </a:fld>
            <a:endParaRPr lang="en-US"/>
          </a:p>
        </p:txBody>
      </p:sp>
      <p:sp>
        <p:nvSpPr>
          <p:cNvPr id="4" name="Footer Placeholder 3"/>
          <p:cNvSpPr>
            <a:spLocks noGrp="1"/>
          </p:cNvSpPr>
          <p:nvPr>
            <p:ph type="ftr" sz="quarter" idx="11"/>
          </p:nvPr>
        </p:nvSpPr>
        <p:spPr/>
        <p:txBody>
          <a:bodyPr/>
          <a:lstStyle/>
          <a:p>
            <a:r>
              <a:rPr lang="vi-VN"/>
              <a:t>Chương 5 Mô hình hóa hệ thống</a:t>
            </a:r>
          </a:p>
        </p:txBody>
      </p:sp>
      <p:sp>
        <p:nvSpPr>
          <p:cNvPr id="5" name="Slide Number Placeholder 4"/>
          <p:cNvSpPr>
            <a:spLocks noGrp="1"/>
          </p:cNvSpPr>
          <p:nvPr>
            <p:ph type="sldNum" sz="quarter" idx="12"/>
          </p:nvPr>
        </p:nvSpPr>
        <p:spPr/>
        <p:txBody>
          <a:bodyPr/>
          <a:lstStyle/>
          <a:p>
            <a:fld id="{964AD586-7C25-0244-A129-E014CC0A164A}" type="slidenum">
              <a:rPr lang="en-US" smtClean="0"/>
              <a:pPr/>
              <a:t>18</a:t>
            </a:fld>
            <a:endParaRPr lang="en-US"/>
          </a:p>
        </p:txBody>
      </p:sp>
      <p:graphicFrame>
        <p:nvGraphicFramePr>
          <p:cNvPr id="6" name="Table 247"/>
          <p:cNvGraphicFramePr/>
          <p:nvPr>
            <p:extLst>
              <p:ext uri="{D42A27DB-BD31-4B8C-83A1-F6EECF244321}">
                <p14:modId xmlns:p14="http://schemas.microsoft.com/office/powerpoint/2010/main" val="291507527"/>
              </p:ext>
            </p:extLst>
          </p:nvPr>
        </p:nvGraphicFramePr>
        <p:xfrm>
          <a:off x="3082124" y="80393"/>
          <a:ext cx="7406974" cy="1519056"/>
        </p:xfrm>
        <a:graphic>
          <a:graphicData uri="http://schemas.openxmlformats.org/drawingml/2006/table">
            <a:tbl>
              <a:tblPr/>
              <a:tblGrid>
                <a:gridCol w="1910545">
                  <a:extLst>
                    <a:ext uri="{9D8B030D-6E8A-4147-A177-3AD203B41FA5}">
                      <a16:colId xmlns:a16="http://schemas.microsoft.com/office/drawing/2014/main" val="20000"/>
                    </a:ext>
                  </a:extLst>
                </a:gridCol>
                <a:gridCol w="1540656">
                  <a:extLst>
                    <a:ext uri="{9D8B030D-6E8A-4147-A177-3AD203B41FA5}">
                      <a16:colId xmlns:a16="http://schemas.microsoft.com/office/drawing/2014/main" val="20001"/>
                    </a:ext>
                  </a:extLst>
                </a:gridCol>
                <a:gridCol w="2007705">
                  <a:extLst>
                    <a:ext uri="{9D8B030D-6E8A-4147-A177-3AD203B41FA5}">
                      <a16:colId xmlns:a16="http://schemas.microsoft.com/office/drawing/2014/main" val="20002"/>
                    </a:ext>
                  </a:extLst>
                </a:gridCol>
                <a:gridCol w="1948068">
                  <a:extLst>
                    <a:ext uri="{9D8B030D-6E8A-4147-A177-3AD203B41FA5}">
                      <a16:colId xmlns:a16="http://schemas.microsoft.com/office/drawing/2014/main" val="20003"/>
                    </a:ext>
                  </a:extLst>
                </a:gridCol>
              </a:tblGrid>
              <a:tr h="401200">
                <a:tc>
                  <a:txBody>
                    <a:bodyPr/>
                    <a:lstStyle/>
                    <a:p>
                      <a:pPr defTabSz="914400">
                        <a:defRPr sz="1800">
                          <a:solidFill>
                            <a:srgbClr val="000000"/>
                          </a:solidFill>
                        </a:defRPr>
                      </a:pPr>
                      <a:r>
                        <a:rPr sz="1600" dirty="0" lang="vi-VN">
                          <a:solidFill>
                            <a:srgbClr val="292934"/>
                          </a:solidFill>
                          <a:latin typeface="Arial"/>
                          <a:ea typeface="Arial"/>
                          <a:cs typeface="Arial"/>
                          <a:sym typeface="Arial"/>
                        </a:rPr>
                        <a:t>Mã Use Case:</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EEF0EF"/>
                    </a:solidFill>
                  </a:tcPr>
                </a:tc>
                <a:tc gridSpan="3">
                  <a:txBody>
                    <a:bodyPr/>
                    <a:lstStyle/>
                    <a:p>
                      <a:pPr algn="l" defTabSz="914400">
                        <a:defRPr sz="1800">
                          <a:solidFill>
                            <a:srgbClr val="000000"/>
                          </a:solidFill>
                        </a:defRPr>
                      </a:pPr>
                      <a:r>
                        <a:rPr sz="1600">
                          <a:solidFill>
                            <a:srgbClr val="292934"/>
                          </a:solidFill>
                          <a:latin typeface="Arial"/>
                          <a:ea typeface="Arial"/>
                          <a:cs typeface="Arial"/>
                          <a:sym typeface="Arial"/>
                        </a:rPr>
                        <a:t> </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EEF0E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58328">
                <a:tc>
                  <a:txBody>
                    <a:bodyPr/>
                    <a:lstStyle/>
                    <a:p>
                      <a:pPr defTabSz="914400">
                        <a:defRPr sz="1800">
                          <a:solidFill>
                            <a:srgbClr val="000000"/>
                          </a:solidFill>
                        </a:defRPr>
                      </a:pPr>
                      <a:r>
                        <a:rPr sz="1600" dirty="0" lang="vi-VN">
                          <a:solidFill>
                            <a:srgbClr val="292934"/>
                          </a:solidFill>
                          <a:latin typeface="Arial"/>
                          <a:ea typeface="Arial"/>
                          <a:cs typeface="Arial"/>
                          <a:sym typeface="Arial"/>
                        </a:rPr>
                        <a:t>Tên Use Case:</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EEF0EF"/>
                    </a:solidFill>
                  </a:tcPr>
                </a:tc>
                <a:tc gridSpan="3">
                  <a:txBody>
                    <a:bodyPr/>
                    <a:lstStyle/>
                    <a:p>
                      <a:pPr algn="l" defTabSz="914400">
                        <a:defRPr sz="1800">
                          <a:solidFill>
                            <a:srgbClr val="000000"/>
                          </a:solidFill>
                        </a:defRPr>
                      </a:pPr>
                      <a:r>
                        <a:rPr sz="1600">
                          <a:solidFill>
                            <a:srgbClr val="292934"/>
                          </a:solidFill>
                          <a:latin typeface="Arial"/>
                          <a:ea typeface="Arial"/>
                          <a:cs typeface="Arial"/>
                          <a:sym typeface="Arial"/>
                        </a:rPr>
                        <a:t> </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EEF0E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401200">
                <a:tc>
                  <a:txBody>
                    <a:bodyPr/>
                    <a:lstStyle/>
                    <a:p>
                      <a:pPr defTabSz="914400">
                        <a:defRPr sz="1800">
                          <a:solidFill>
                            <a:srgbClr val="000000"/>
                          </a:solidFill>
                        </a:defRPr>
                      </a:pPr>
                      <a:r>
                        <a:rPr sz="1600" dirty="0" lang="vi-VN">
                          <a:solidFill>
                            <a:srgbClr val="292934"/>
                          </a:solidFill>
                          <a:latin typeface="Arial"/>
                          <a:ea typeface="Arial"/>
                          <a:cs typeface="Arial"/>
                          <a:sym typeface="Arial"/>
                        </a:rPr>
                        <a:t>Người tạo:</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EEF0EF"/>
                    </a:solidFill>
                  </a:tcPr>
                </a:tc>
                <a:tc>
                  <a:txBody>
                    <a:bodyPr/>
                    <a:lstStyle/>
                    <a:p>
                      <a:pPr algn="l" defTabSz="914400">
                        <a:defRPr sz="1800">
                          <a:solidFill>
                            <a:srgbClr val="000000"/>
                          </a:solidFill>
                        </a:defRPr>
                      </a:pPr>
                      <a:r>
                        <a:rPr sz="1600">
                          <a:solidFill>
                            <a:srgbClr val="292934"/>
                          </a:solidFill>
                          <a:latin typeface="Arial"/>
                          <a:ea typeface="Arial"/>
                          <a:cs typeface="Arial"/>
                          <a:sym typeface="Arial"/>
                        </a:rPr>
                        <a:t> </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EEF0EF"/>
                    </a:solidFill>
                  </a:tcPr>
                </a:tc>
                <a:tc>
                  <a:txBody>
                    <a:bodyPr/>
                    <a:lstStyle/>
                    <a:p>
                      <a:pPr defTabSz="914400">
                        <a:defRPr sz="1800">
                          <a:solidFill>
                            <a:srgbClr val="000000"/>
                          </a:solidFill>
                        </a:defRPr>
                      </a:pPr>
                      <a:r>
                        <a:rPr sz="1600" dirty="0" lang="vi-VN">
                          <a:solidFill>
                            <a:srgbClr val="292934"/>
                          </a:solidFill>
                          <a:latin typeface="Arial"/>
                          <a:ea typeface="Arial"/>
                          <a:cs typeface="Arial"/>
                          <a:sym typeface="Arial"/>
                        </a:rPr>
                        <a:t>Người cập nhật cuối:</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EEF0EF"/>
                    </a:solidFill>
                  </a:tcPr>
                </a:tc>
                <a:tc>
                  <a:txBody>
                    <a:bodyPr/>
                    <a:lstStyle/>
                    <a:p>
                      <a:pPr algn="l" defTabSz="914400">
                        <a:defRPr sz="1800">
                          <a:solidFill>
                            <a:srgbClr val="000000"/>
                          </a:solidFill>
                        </a:defRPr>
                      </a:pPr>
                      <a:r>
                        <a:rPr sz="1600">
                          <a:solidFill>
                            <a:srgbClr val="292934"/>
                          </a:solidFill>
                          <a:latin typeface="Arial"/>
                          <a:ea typeface="Arial"/>
                          <a:cs typeface="Arial"/>
                          <a:sym typeface="Arial"/>
                        </a:rPr>
                        <a:t> </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EEF0EF"/>
                    </a:solidFill>
                  </a:tcPr>
                </a:tc>
                <a:extLst>
                  <a:ext uri="{0D108BD9-81ED-4DB2-BD59-A6C34878D82A}">
                    <a16:rowId xmlns:a16="http://schemas.microsoft.com/office/drawing/2014/main" val="10002"/>
                  </a:ext>
                </a:extLst>
              </a:tr>
              <a:tr h="358328">
                <a:tc>
                  <a:txBody>
                    <a:bodyPr/>
                    <a:lstStyle/>
                    <a:p>
                      <a:pPr defTabSz="914400">
                        <a:defRPr sz="1800">
                          <a:solidFill>
                            <a:srgbClr val="000000"/>
                          </a:solidFill>
                        </a:defRPr>
                      </a:pPr>
                      <a:r>
                        <a:rPr sz="1600" lang="vi-VN">
                          <a:solidFill>
                            <a:srgbClr val="292934"/>
                          </a:solidFill>
                          <a:latin typeface="Arial"/>
                          <a:ea typeface="Arial"/>
                          <a:cs typeface="Arial"/>
                          <a:sym typeface="Arial"/>
                        </a:rPr>
                        <a:t>Ngày tạo:</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EEF0EF"/>
                    </a:solidFill>
                  </a:tcPr>
                </a:tc>
                <a:tc>
                  <a:txBody>
                    <a:bodyPr/>
                    <a:lstStyle/>
                    <a:p>
                      <a:pPr algn="l" defTabSz="914400">
                        <a:defRPr sz="1800">
                          <a:solidFill>
                            <a:srgbClr val="000000"/>
                          </a:solidFill>
                        </a:defRPr>
                      </a:pPr>
                      <a:r>
                        <a:rPr sz="1600">
                          <a:solidFill>
                            <a:srgbClr val="292934"/>
                          </a:solidFill>
                          <a:latin typeface="Arial"/>
                          <a:ea typeface="Arial"/>
                          <a:cs typeface="Arial"/>
                          <a:sym typeface="Arial"/>
                        </a:rPr>
                        <a:t> </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EEF0EF"/>
                    </a:solidFill>
                  </a:tcPr>
                </a:tc>
                <a:tc>
                  <a:txBody>
                    <a:bodyPr/>
                    <a:lstStyle/>
                    <a:p>
                      <a:pPr defTabSz="914400">
                        <a:defRPr sz="1800">
                          <a:solidFill>
                            <a:srgbClr val="000000"/>
                          </a:solidFill>
                        </a:defRPr>
                      </a:pPr>
                      <a:r>
                        <a:rPr sz="1600" lang="vi-VN">
                          <a:solidFill>
                            <a:srgbClr val="292934"/>
                          </a:solidFill>
                          <a:latin typeface="Arial"/>
                          <a:ea typeface="Arial"/>
                          <a:cs typeface="Arial"/>
                          <a:sym typeface="Arial"/>
                        </a:rPr>
                        <a:t>Ngày cập nhật cuối:</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EEF0EF"/>
                    </a:solidFill>
                  </a:tcPr>
                </a:tc>
                <a:tc>
                  <a:txBody>
                    <a:bodyPr/>
                    <a:lstStyle/>
                    <a:p>
                      <a:pPr algn="l" defTabSz="914400">
                        <a:defRPr sz="1800">
                          <a:solidFill>
                            <a:srgbClr val="000000"/>
                          </a:solidFill>
                        </a:defRPr>
                      </a:pPr>
                      <a:r>
                        <a:rPr sz="1600" dirty="0">
                          <a:solidFill>
                            <a:srgbClr val="292934"/>
                          </a:solidFill>
                          <a:latin typeface="Arial"/>
                          <a:ea typeface="Arial"/>
                          <a:cs typeface="Arial"/>
                          <a:sym typeface="Arial"/>
                        </a:rPr>
                        <a:t> </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EEF0EF"/>
                    </a:solidFill>
                  </a:tcPr>
                </a:tc>
                <a:extLst>
                  <a:ext uri="{0D108BD9-81ED-4DB2-BD59-A6C34878D82A}">
                    <a16:rowId xmlns:a16="http://schemas.microsoft.com/office/drawing/2014/main" val="10003"/>
                  </a:ext>
                </a:extLst>
              </a:tr>
            </a:tbl>
          </a:graphicData>
        </a:graphic>
      </p:graphicFrame>
      <p:graphicFrame>
        <p:nvGraphicFramePr>
          <p:cNvPr id="7" name="Table 248"/>
          <p:cNvGraphicFramePr/>
          <p:nvPr>
            <p:extLst>
              <p:ext uri="{D42A27DB-BD31-4B8C-83A1-F6EECF244321}">
                <p14:modId xmlns:p14="http://schemas.microsoft.com/office/powerpoint/2010/main" val="956807482"/>
              </p:ext>
            </p:extLst>
          </p:nvPr>
        </p:nvGraphicFramePr>
        <p:xfrm>
          <a:off x="3082125" y="1557059"/>
          <a:ext cx="7406975" cy="5188566"/>
        </p:xfrm>
        <a:graphic>
          <a:graphicData uri="http://schemas.openxmlformats.org/drawingml/2006/table">
            <a:tbl>
              <a:tblPr/>
              <a:tblGrid>
                <a:gridCol w="1888856">
                  <a:extLst>
                    <a:ext uri="{9D8B030D-6E8A-4147-A177-3AD203B41FA5}">
                      <a16:colId xmlns:a16="http://schemas.microsoft.com/office/drawing/2014/main" val="20000"/>
                    </a:ext>
                  </a:extLst>
                </a:gridCol>
                <a:gridCol w="5518119">
                  <a:extLst>
                    <a:ext uri="{9D8B030D-6E8A-4147-A177-3AD203B41FA5}">
                      <a16:colId xmlns:a16="http://schemas.microsoft.com/office/drawing/2014/main" val="20001"/>
                    </a:ext>
                  </a:extLst>
                </a:gridCol>
              </a:tblGrid>
              <a:tr h="375445">
                <a:tc>
                  <a:txBody>
                    <a:bodyPr/>
                    <a:lstStyle/>
                    <a:p>
                      <a:pPr defTabSz="914400">
                        <a:defRPr sz="1800">
                          <a:solidFill>
                            <a:srgbClr val="000000"/>
                          </a:solidFill>
                        </a:defRPr>
                      </a:pPr>
                      <a:r>
                        <a:rPr sz="1600" dirty="0" lang="vi-VN">
                          <a:solidFill>
                            <a:srgbClr val="292934"/>
                          </a:solidFill>
                          <a:latin typeface="Arial"/>
                          <a:ea typeface="Arial"/>
                          <a:cs typeface="Arial"/>
                          <a:sym typeface="Arial"/>
                        </a:rPr>
                        <a:t>Các actor:</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EEF0EF"/>
                    </a:solidFill>
                  </a:tcPr>
                </a:tc>
                <a:tc>
                  <a:txBody>
                    <a:bodyPr/>
                    <a:lstStyle/>
                    <a:p>
                      <a:pPr algn="l" defTabSz="914400">
                        <a:defRPr sz="1800">
                          <a:solidFill>
                            <a:srgbClr val="000000"/>
                          </a:solidFill>
                        </a:defRPr>
                      </a:pPr>
                      <a:r>
                        <a:rPr sz="1600">
                          <a:solidFill>
                            <a:srgbClr val="292934"/>
                          </a:solidFill>
                          <a:latin typeface="Arial"/>
                          <a:ea typeface="Arial"/>
                          <a:cs typeface="Arial"/>
                          <a:sym typeface="Arial"/>
                        </a:rPr>
                        <a:t> </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EEF0EF"/>
                    </a:solidFill>
                  </a:tcPr>
                </a:tc>
                <a:extLst>
                  <a:ext uri="{0D108BD9-81ED-4DB2-BD59-A6C34878D82A}">
                    <a16:rowId xmlns:a16="http://schemas.microsoft.com/office/drawing/2014/main" val="10000"/>
                  </a:ext>
                </a:extLst>
              </a:tr>
              <a:tr h="377899">
                <a:tc>
                  <a:txBody>
                    <a:bodyPr/>
                    <a:lstStyle/>
                    <a:p>
                      <a:pPr defTabSz="914400">
                        <a:defRPr sz="1800">
                          <a:solidFill>
                            <a:srgbClr val="000000"/>
                          </a:solidFill>
                        </a:defRPr>
                      </a:pPr>
                      <a:r>
                        <a:rPr sz="1600" lang="vi-VN">
                          <a:solidFill>
                            <a:srgbClr val="292934"/>
                          </a:solidFill>
                          <a:latin typeface="Arial"/>
                          <a:ea typeface="Arial"/>
                          <a:cs typeface="Arial"/>
                          <a:sym typeface="Arial"/>
                        </a:rPr>
                        <a:t>Mô tả:</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EEF0EF"/>
                    </a:solidFill>
                  </a:tcPr>
                </a:tc>
                <a:tc>
                  <a:txBody>
                    <a:bodyPr/>
                    <a:lstStyle/>
                    <a:p>
                      <a:pPr algn="l" defTabSz="914400">
                        <a:defRPr sz="1800">
                          <a:solidFill>
                            <a:srgbClr val="000000"/>
                          </a:solidFill>
                        </a:defRPr>
                      </a:pPr>
                      <a:r>
                        <a:rPr sz="1600">
                          <a:solidFill>
                            <a:srgbClr val="292934"/>
                          </a:solidFill>
                          <a:latin typeface="Arial"/>
                          <a:ea typeface="Arial"/>
                          <a:cs typeface="Arial"/>
                          <a:sym typeface="Arial"/>
                        </a:rPr>
                        <a:t> </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EEF0EF"/>
                    </a:solidFill>
                  </a:tcPr>
                </a:tc>
                <a:extLst>
                  <a:ext uri="{0D108BD9-81ED-4DB2-BD59-A6C34878D82A}">
                    <a16:rowId xmlns:a16="http://schemas.microsoft.com/office/drawing/2014/main" val="10001"/>
                  </a:ext>
                </a:extLst>
              </a:tr>
              <a:tr h="377899">
                <a:tc>
                  <a:txBody>
                    <a:bodyPr/>
                    <a:lstStyle/>
                    <a:p>
                      <a:pPr defTabSz="914400">
                        <a:defRPr sz="1800">
                          <a:solidFill>
                            <a:srgbClr val="000000"/>
                          </a:solidFill>
                        </a:defRPr>
                      </a:pPr>
                      <a:r>
                        <a:rPr sz="1600" dirty="0" lang="vi-VN">
                          <a:solidFill>
                            <a:srgbClr val="292934"/>
                          </a:solidFill>
                          <a:latin typeface="Arial"/>
                          <a:ea typeface="Arial"/>
                          <a:cs typeface="Arial"/>
                          <a:sym typeface="Arial"/>
                        </a:rPr>
                        <a:t>Tác nhân kích hoạt:</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EEF0EF"/>
                    </a:solidFill>
                  </a:tcPr>
                </a:tc>
                <a:tc>
                  <a:txBody>
                    <a:bodyPr/>
                    <a:lstStyle/>
                    <a:p>
                      <a:pPr algn="l" defTabSz="914400">
                        <a:defRPr sz="1800">
                          <a:solidFill>
                            <a:srgbClr val="000000"/>
                          </a:solidFill>
                        </a:defRPr>
                      </a:pPr>
                      <a:r>
                        <a:rPr sz="1600" dirty="0">
                          <a:solidFill>
                            <a:srgbClr val="292934"/>
                          </a:solidFill>
                          <a:latin typeface="Arial"/>
                          <a:ea typeface="Arial"/>
                          <a:cs typeface="Arial"/>
                          <a:sym typeface="Arial"/>
                        </a:rPr>
                        <a:t> </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EEF0EF"/>
                    </a:solidFill>
                  </a:tcPr>
                </a:tc>
                <a:extLst>
                  <a:ext uri="{0D108BD9-81ED-4DB2-BD59-A6C34878D82A}">
                    <a16:rowId xmlns:a16="http://schemas.microsoft.com/office/drawing/2014/main" val="10002"/>
                  </a:ext>
                </a:extLst>
              </a:tr>
              <a:tr h="375445">
                <a:tc>
                  <a:txBody>
                    <a:bodyPr/>
                    <a:lstStyle/>
                    <a:p>
                      <a:pPr defTabSz="914400">
                        <a:defRPr sz="1800">
                          <a:solidFill>
                            <a:srgbClr val="000000"/>
                          </a:solidFill>
                        </a:defRPr>
                      </a:pPr>
                      <a:r>
                        <a:rPr sz="1600" lang="vi-VN">
                          <a:solidFill>
                            <a:srgbClr val="292934"/>
                          </a:solidFill>
                          <a:latin typeface="Arial"/>
                          <a:ea typeface="Arial"/>
                          <a:cs typeface="Arial"/>
                          <a:sym typeface="Arial"/>
                        </a:rPr>
                        <a:t>Tiền điều kiện:</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EEF0EF"/>
                    </a:solidFill>
                  </a:tcPr>
                </a:tc>
                <a:tc>
                  <a:txBody>
                    <a:bodyPr/>
                    <a:lstStyle/>
                    <a:p>
                      <a:pPr algn="l" defTabSz="914400">
                        <a:tabLst>
                          <a:tab pos="228600" algn="l"/>
                        </a:tabLst>
                        <a:defRPr>
                          <a:solidFill>
                            <a:srgbClr val="292934"/>
                          </a:solidFill>
                          <a:latin typeface="Arial"/>
                          <a:ea typeface="Arial"/>
                          <a:cs typeface="Arial"/>
                          <a:sym typeface="Arial"/>
                        </a:defRPr>
                      </a:pPr>
                      <a:endParaRPr sz="1600"/>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EEF0EF"/>
                    </a:solidFill>
                  </a:tcPr>
                </a:tc>
                <a:extLst>
                  <a:ext uri="{0D108BD9-81ED-4DB2-BD59-A6C34878D82A}">
                    <a16:rowId xmlns:a16="http://schemas.microsoft.com/office/drawing/2014/main" val="10003"/>
                  </a:ext>
                </a:extLst>
              </a:tr>
              <a:tr h="377899">
                <a:tc>
                  <a:txBody>
                    <a:bodyPr/>
                    <a:lstStyle/>
                    <a:p>
                      <a:pPr defTabSz="914400">
                        <a:defRPr sz="1800">
                          <a:solidFill>
                            <a:srgbClr val="000000"/>
                          </a:solidFill>
                        </a:defRPr>
                      </a:pPr>
                      <a:r>
                        <a:rPr sz="1600" dirty="0" err="1" lang="vi-VN">
                          <a:solidFill>
                            <a:srgbClr val="292934"/>
                          </a:solidFill>
                          <a:latin typeface="Arial"/>
                          <a:ea typeface="Arial"/>
                          <a:cs typeface="Arial"/>
                          <a:sym typeface="Arial"/>
                        </a:rPr>
                        <a:t>Hậu điều kiện:</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EEF0EF"/>
                    </a:solidFill>
                  </a:tcPr>
                </a:tc>
                <a:tc>
                  <a:txBody>
                    <a:bodyPr/>
                    <a:lstStyle/>
                    <a:p>
                      <a:pPr algn="l" defTabSz="914400">
                        <a:tabLst>
                          <a:tab pos="228600" algn="l"/>
                        </a:tabLst>
                        <a:defRPr>
                          <a:solidFill>
                            <a:srgbClr val="292934"/>
                          </a:solidFill>
                          <a:latin typeface="Arial"/>
                          <a:ea typeface="Arial"/>
                          <a:cs typeface="Arial"/>
                          <a:sym typeface="Arial"/>
                        </a:defRPr>
                      </a:pPr>
                      <a:endParaRPr sz="1600"/>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EEF0EF"/>
                    </a:solidFill>
                  </a:tcPr>
                </a:tc>
                <a:extLst>
                  <a:ext uri="{0D108BD9-81ED-4DB2-BD59-A6C34878D82A}">
                    <a16:rowId xmlns:a16="http://schemas.microsoft.com/office/drawing/2014/main" val="10004"/>
                  </a:ext>
                </a:extLst>
              </a:tr>
              <a:tr h="375445">
                <a:tc>
                  <a:txBody>
                    <a:bodyPr/>
                    <a:lstStyle/>
                    <a:p>
                      <a:pPr defTabSz="914400">
                        <a:defRPr sz="1800">
                          <a:solidFill>
                            <a:srgbClr val="000000"/>
                          </a:solidFill>
                        </a:defRPr>
                      </a:pPr>
                      <a:r>
                        <a:rPr sz="1600" dirty="0" lang="vi-VN">
                          <a:solidFill>
                            <a:srgbClr val="292934"/>
                          </a:solidFill>
                          <a:latin typeface="Arial"/>
                          <a:ea typeface="Arial"/>
                          <a:cs typeface="Arial"/>
                          <a:sym typeface="Arial"/>
                        </a:rPr>
                        <a:t>Luồng chính:</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EEF0EF"/>
                    </a:solidFill>
                  </a:tcPr>
                </a:tc>
                <a:tc>
                  <a:txBody>
                    <a:bodyPr/>
                    <a:lstStyle/>
                    <a:p>
                      <a:pPr marL="342900" indent="-342900" algn="l" defTabSz="914400">
                        <a:buAutoNum type="arabicPeriod"/>
                        <a:tabLst>
                          <a:tab pos="228600" algn="l"/>
                        </a:tabLst>
                        <a:defRPr>
                          <a:solidFill>
                            <a:srgbClr val="292934"/>
                          </a:solidFill>
                          <a:latin typeface="Arial"/>
                          <a:ea typeface="Arial"/>
                          <a:cs typeface="Arial"/>
                          <a:sym typeface="Arial"/>
                        </a:defRPr>
                      </a:pPr>
                      <a:r>
                        <a:rPr lang="vi-VN" sz="1600" dirty="0"/>
                        <a:t>…</a:t>
                      </a:r>
                      <a:endParaRPr lang="vi-VN" sz="1600" dirty="0"/>
                    </a:p>
                    <a:p>
                      <a:pPr marL="342900" indent="-342900" algn="l" defTabSz="914400">
                        <a:buAutoNum type="arabicPeriod"/>
                        <a:tabLst>
                          <a:tab pos="228600" algn="l"/>
                        </a:tabLst>
                        <a:defRPr>
                          <a:solidFill>
                            <a:srgbClr val="292934"/>
                          </a:solidFill>
                          <a:latin typeface="Arial"/>
                          <a:ea typeface="Arial"/>
                          <a:cs typeface="Arial"/>
                          <a:sym typeface="Arial"/>
                        </a:defRPr>
                      </a:pPr>
                      <a:r>
                        <a:rPr lang="vi-VN" sz="1600" dirty="0"/>
                        <a:t>…</a:t>
                      </a:r>
                      <a:endParaRPr lang="vi-VN" sz="1600" dirty="0"/>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EEF0EF"/>
                    </a:solidFill>
                  </a:tcPr>
                </a:tc>
                <a:extLst>
                  <a:ext uri="{0D108BD9-81ED-4DB2-BD59-A6C34878D82A}">
                    <a16:rowId xmlns:a16="http://schemas.microsoft.com/office/drawing/2014/main" val="10005"/>
                  </a:ext>
                </a:extLst>
              </a:tr>
              <a:tr h="377899">
                <a:tc>
                  <a:txBody>
                    <a:bodyPr/>
                    <a:lstStyle/>
                    <a:p>
                      <a:pPr defTabSz="914400">
                        <a:defRPr sz="1800">
                          <a:solidFill>
                            <a:srgbClr val="000000"/>
                          </a:solidFill>
                        </a:defRPr>
                      </a:pPr>
                      <a:r>
                        <a:rPr sz="1600" dirty="0" lang="vi-VN">
                          <a:solidFill>
                            <a:srgbClr val="292934"/>
                          </a:solidFill>
                          <a:latin typeface="Arial"/>
                          <a:ea typeface="Arial"/>
                          <a:cs typeface="Arial"/>
                          <a:sym typeface="Arial"/>
                        </a:rPr>
                        <a:t>Luồng thay thế:</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EEF0EF"/>
                    </a:solidFill>
                  </a:tcPr>
                </a:tc>
                <a:tc>
                  <a:txBody>
                    <a:bodyPr/>
                    <a:lstStyle/>
                    <a:p>
                      <a:pPr algn="l" defTabSz="914400">
                        <a:defRPr sz="1800">
                          <a:solidFill>
                            <a:srgbClr val="000000"/>
                          </a:solidFill>
                        </a:defRPr>
                      </a:pPr>
                      <a:r>
                        <a:rPr sz="1600" dirty="0" lang="vi-VN">
                          <a:solidFill>
                            <a:srgbClr val="292934"/>
                          </a:solidFill>
                          <a:latin typeface="Arial"/>
                          <a:ea typeface="Arial"/>
                          <a:cs typeface="Arial"/>
                          <a:sym typeface="Arial"/>
                        </a:rPr>
                        <a:t> Luồng thay thế 1:</a:t>
                      </a:r>
                    </a:p>
                    <a:p>
                      <a:pPr algn="l" defTabSz="914400">
                        <a:defRPr sz="1800">
                          <a:solidFill>
                            <a:srgbClr val="000000"/>
                          </a:solidFill>
                        </a:defRPr>
                      </a:pPr>
                      <a:r>
                        <a:rPr lang="vi-VN" sz="1600" dirty="0">
                          <a:solidFill>
                            <a:srgbClr val="292934"/>
                          </a:solidFill>
                          <a:latin typeface="Arial"/>
                          <a:ea typeface="Arial"/>
                          <a:cs typeface="Arial"/>
                          <a:sym typeface="Arial"/>
                        </a:rPr>
                        <a:t>…</a:t>
                      </a:r>
                      <a:endParaRPr lang="vi-VN" sz="1600" dirty="0">
                        <a:solidFill>
                          <a:srgbClr val="292934"/>
                        </a:solidFill>
                        <a:latin typeface="Arial"/>
                        <a:ea typeface="Arial"/>
                        <a:cs typeface="Arial"/>
                        <a:sym typeface="Arial"/>
                      </a:endParaRPr>
                    </a:p>
                    <a:p>
                      <a:pPr algn="l" defTabSz="914400">
                        <a:defRPr sz="1800">
                          <a:solidFill>
                            <a:srgbClr val="000000"/>
                          </a:solidFill>
                        </a:defRPr>
                      </a:pPr>
                      <a:endParaRPr lang="vi-VN" sz="1600" dirty="0">
                        <a:solidFill>
                          <a:srgbClr val="292934"/>
                        </a:solidFill>
                        <a:latin typeface="Arial"/>
                        <a:ea typeface="Arial"/>
                        <a:cs typeface="Arial"/>
                        <a:sym typeface="Arial"/>
                      </a:endParaRPr>
                    </a:p>
                    <a:p>
                      <a:pPr algn="l" defTabSz="914400">
                        <a:defRPr sz="1800">
                          <a:solidFill>
                            <a:srgbClr val="000000"/>
                          </a:solidFill>
                        </a:defRPr>
                      </a:pPr>
                      <a:r>
                        <a:rPr lang="vi-VN" sz="1600" dirty="0">
                          <a:solidFill>
                            <a:srgbClr val="292934"/>
                          </a:solidFill>
                          <a:latin typeface="Arial"/>
                          <a:ea typeface="Arial"/>
                          <a:cs typeface="Arial"/>
                          <a:sym typeface="Arial"/>
                        </a:rPr>
                        <a:t>Luồng thay thế x:</a:t>
                      </a:r>
                    </a:p>
                    <a:p>
                      <a:pPr algn="l" defTabSz="914400">
                        <a:defRPr sz="1800">
                          <a:solidFill>
                            <a:srgbClr val="000000"/>
                          </a:solidFill>
                        </a:defRPr>
                      </a:pPr>
                      <a:r>
                        <a:rPr lang="vi-VN" sz="1600" dirty="0">
                          <a:solidFill>
                            <a:srgbClr val="292934"/>
                          </a:solidFill>
                          <a:latin typeface="Arial"/>
                          <a:ea typeface="Arial"/>
                          <a:cs typeface="Arial"/>
                          <a:sym typeface="Arial"/>
                        </a:rPr>
                        <a:t>…</a:t>
                      </a:r>
                      <a:endParaRPr sz="1600" dirty="0">
                        <a:solidFill>
                          <a:srgbClr val="292934"/>
                        </a:solidFill>
                        <a:latin typeface="Arial"/>
                        <a:ea typeface="Arial"/>
                        <a:cs typeface="Arial"/>
                        <a:sym typeface="Arial"/>
                      </a:endParaRP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EEF0EF"/>
                    </a:solidFill>
                  </a:tcPr>
                </a:tc>
                <a:extLst>
                  <a:ext uri="{0D108BD9-81ED-4DB2-BD59-A6C34878D82A}">
                    <a16:rowId xmlns:a16="http://schemas.microsoft.com/office/drawing/2014/main" val="10006"/>
                  </a:ext>
                </a:extLst>
              </a:tr>
              <a:tr h="377899">
                <a:tc>
                  <a:txBody>
                    <a:bodyPr/>
                    <a:lstStyle/>
                    <a:p>
                      <a:pPr defTabSz="914400">
                        <a:defRPr sz="1800">
                          <a:solidFill>
                            <a:srgbClr val="000000"/>
                          </a:solidFill>
                        </a:defRPr>
                      </a:pPr>
                      <a:r>
                        <a:rPr sz="1600" dirty="0" lang="vi-VN">
                          <a:solidFill>
                            <a:srgbClr val="292934"/>
                          </a:solidFill>
                          <a:latin typeface="Arial"/>
                          <a:ea typeface="Arial"/>
                          <a:cs typeface="Arial"/>
                          <a:sym typeface="Arial"/>
                        </a:rPr>
                        <a:t>Ngoại lệ:</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EEF0EF"/>
                    </a:solidFill>
                  </a:tcPr>
                </a:tc>
                <a:tc>
                  <a:txBody>
                    <a:bodyPr/>
                    <a:lstStyle/>
                    <a:p>
                      <a:pPr algn="l" defTabSz="914400">
                        <a:defRPr sz="1800">
                          <a:solidFill>
                            <a:srgbClr val="000000"/>
                          </a:solidFill>
                        </a:defRPr>
                      </a:pPr>
                      <a:r>
                        <a:rPr lang="vi-VN" sz="1600" dirty="0">
                          <a:solidFill>
                            <a:srgbClr val="292934"/>
                          </a:solidFill>
                          <a:latin typeface="Arial"/>
                          <a:ea typeface="Arial"/>
                          <a:cs typeface="Arial"/>
                          <a:sym typeface="Arial"/>
                        </a:rPr>
                        <a:t>Ngoại lệ 1:</a:t>
                      </a:r>
                    </a:p>
                    <a:p>
                      <a:pPr algn="l" defTabSz="914400">
                        <a:defRPr sz="1800">
                          <a:solidFill>
                            <a:srgbClr val="000000"/>
                          </a:solidFill>
                        </a:defRPr>
                      </a:pPr>
                      <a:r>
                        <a:rPr lang="vi-VN" sz="1600" dirty="0">
                          <a:solidFill>
                            <a:srgbClr val="292934"/>
                          </a:solidFill>
                          <a:latin typeface="Arial"/>
                          <a:ea typeface="Arial"/>
                          <a:cs typeface="Arial"/>
                          <a:sym typeface="Arial"/>
                        </a:rPr>
                        <a:t>…</a:t>
                      </a:r>
                      <a:endParaRPr lang="vi-VN" sz="1600" dirty="0">
                        <a:solidFill>
                          <a:srgbClr val="292934"/>
                        </a:solidFill>
                        <a:latin typeface="Arial"/>
                        <a:ea typeface="Arial"/>
                        <a:cs typeface="Arial"/>
                        <a:sym typeface="Arial"/>
                      </a:endParaRPr>
                    </a:p>
                    <a:p>
                      <a:pPr algn="l" defTabSz="914400">
                        <a:defRPr sz="1800">
                          <a:solidFill>
                            <a:srgbClr val="000000"/>
                          </a:solidFill>
                        </a:defRPr>
                      </a:pPr>
                      <a:endParaRPr lang="vi-VN" sz="1600" dirty="0">
                        <a:solidFill>
                          <a:srgbClr val="292934"/>
                        </a:solidFill>
                        <a:latin typeface="Arial"/>
                        <a:ea typeface="Arial"/>
                        <a:cs typeface="Arial"/>
                        <a:sym typeface="Arial"/>
                      </a:endParaRPr>
                    </a:p>
                    <a:p>
                      <a:pPr algn="l" defTabSz="914400">
                        <a:defRPr sz="1800">
                          <a:solidFill>
                            <a:srgbClr val="000000"/>
                          </a:solidFill>
                        </a:defRPr>
                      </a:pPr>
                      <a:r>
                        <a:rPr lang="vi-VN" sz="1600" dirty="0">
                          <a:solidFill>
                            <a:srgbClr val="292934"/>
                          </a:solidFill>
                          <a:latin typeface="Arial"/>
                          <a:ea typeface="Arial"/>
                          <a:cs typeface="Arial"/>
                          <a:sym typeface="Arial"/>
                        </a:rPr>
                        <a:t>Ngoại lệ x:</a:t>
                      </a:r>
                    </a:p>
                    <a:p>
                      <a:pPr algn="l" defTabSz="914400">
                        <a:defRPr sz="1800">
                          <a:solidFill>
                            <a:srgbClr val="000000"/>
                          </a:solidFill>
                        </a:defRPr>
                      </a:pPr>
                      <a:r>
                        <a:rPr lang="vi-VN" sz="1600" dirty="0">
                          <a:solidFill>
                            <a:srgbClr val="292934"/>
                          </a:solidFill>
                          <a:latin typeface="Arial"/>
                          <a:ea typeface="Arial"/>
                          <a:cs typeface="Arial"/>
                          <a:sym typeface="Arial"/>
                        </a:rPr>
                        <a:t>… </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EEF0EF"/>
                    </a:solidFill>
                  </a:tcPr>
                </a:tc>
                <a:extLst>
                  <a:ext uri="{0D108BD9-81ED-4DB2-BD59-A6C34878D82A}">
                    <a16:rowId xmlns:a16="http://schemas.microsoft.com/office/drawing/2014/main" val="10007"/>
                  </a:ext>
                </a:extLst>
              </a:tr>
              <a:tr h="377899">
                <a:tc>
                  <a:txBody>
                    <a:bodyPr/>
                    <a:lstStyle/>
                    <a:p>
                      <a:pPr defTabSz="914400">
                        <a:defRPr sz="1800">
                          <a:solidFill>
                            <a:srgbClr val="000000"/>
                          </a:solidFill>
                        </a:defRPr>
                      </a:pPr>
                      <a:r>
                        <a:rPr sz="1600" dirty="0" lang="vi-VN">
                          <a:solidFill>
                            <a:srgbClr val="292934"/>
                          </a:solidFill>
                          <a:latin typeface="Arial"/>
                          <a:ea typeface="Arial"/>
                          <a:cs typeface="Arial"/>
                          <a:sym typeface="Arial"/>
                        </a:rPr>
                        <a:t>Ghi chú và vấn đề:</a:t>
                      </a:r>
                    </a:p>
                  </a:txBody>
                  <a:tcPr marL="0" marR="0" marT="0" marB="0" horzOverflow="overflow">
                    <a:lnL w="12700">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a:solidFill>
                        <a:srgbClr val="FFFFFF"/>
                      </a:solidFill>
                    </a:lnB>
                    <a:solidFill>
                      <a:srgbClr val="EEF0EF"/>
                    </a:solidFill>
                  </a:tcPr>
                </a:tc>
                <a:tc>
                  <a:txBody>
                    <a:bodyPr/>
                    <a:lstStyle/>
                    <a:p>
                      <a:pPr algn="l" defTabSz="914400">
                        <a:defRPr sz="1800">
                          <a:solidFill>
                            <a:srgbClr val="000000"/>
                          </a:solidFill>
                        </a:defRPr>
                      </a:pPr>
                      <a:r>
                        <a:rPr sz="1600" dirty="0">
                          <a:solidFill>
                            <a:srgbClr val="292934"/>
                          </a:solidFill>
                          <a:latin typeface="Arial"/>
                          <a:ea typeface="Arial"/>
                          <a:cs typeface="Arial"/>
                          <a:sym typeface="Arial"/>
                        </a:rPr>
                        <a:t> </a:t>
                      </a:r>
                    </a:p>
                  </a:txBody>
                  <a:tcPr marL="0" marR="0" marT="0" marB="0" horzOverflow="overflow">
                    <a:lnL w="12700" cap="flat" cmpd="sng" algn="ctr">
                      <a:solidFill>
                        <a:srgbClr val="FFFFFF"/>
                      </a:solidFill>
                      <a:prstDash val="solid"/>
                      <a:round/>
                      <a:headEnd type="none" w="med" len="med"/>
                      <a:tailEnd type="none" w="med" len="med"/>
                    </a:lnL>
                    <a:lnR w="12700">
                      <a:solidFill>
                        <a:srgbClr val="FFFFFF"/>
                      </a:solidFill>
                    </a:lnR>
                    <a:lnT w="12700" cap="flat" cmpd="sng" algn="ctr">
                      <a:solidFill>
                        <a:srgbClr val="FFFFFF"/>
                      </a:solidFill>
                      <a:prstDash val="solid"/>
                      <a:round/>
                      <a:headEnd type="none" w="med" len="med"/>
                      <a:tailEnd type="none" w="med" len="med"/>
                    </a:lnT>
                    <a:lnB w="12700">
                      <a:solidFill>
                        <a:srgbClr val="FFFFFF"/>
                      </a:solidFill>
                    </a:lnB>
                    <a:solidFill>
                      <a:srgbClr val="EEF0E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1395040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92096" y="2"/>
            <a:ext cx="8090153" cy="872543"/>
          </a:xfrm>
        </p:spPr>
        <p:txBody>
          <a:bodyPr/>
          <a:lstStyle/>
          <a:p>
            <a:r>
              <a:rPr lang="vi-VN" dirty="0"/>
              <a:t>Một ví dụ về use case</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234986213"/>
              </p:ext>
            </p:extLst>
          </p:nvPr>
        </p:nvGraphicFramePr>
        <p:xfrm>
          <a:off x="2292096" y="872544"/>
          <a:ext cx="8459787" cy="5872480"/>
        </p:xfrm>
        <a:graphic>
          <a:graphicData uri="http://schemas.openxmlformats.org/drawingml/2006/table">
            <a:tbl>
              <a:tblPr firstRow="1" bandRow="1">
                <a:tableStyleId>{5940675A-B579-460E-94D1-54222C63F5DA}</a:tableStyleId>
              </a:tblPr>
              <a:tblGrid>
                <a:gridCol w="1840327">
                  <a:extLst>
                    <a:ext uri="{9D8B030D-6E8A-4147-A177-3AD203B41FA5}">
                      <a16:colId xmlns:a16="http://schemas.microsoft.com/office/drawing/2014/main" val="20000"/>
                    </a:ext>
                  </a:extLst>
                </a:gridCol>
                <a:gridCol w="6619460">
                  <a:extLst>
                    <a:ext uri="{9D8B030D-6E8A-4147-A177-3AD203B41FA5}">
                      <a16:colId xmlns:a16="http://schemas.microsoft.com/office/drawing/2014/main" val="20001"/>
                    </a:ext>
                  </a:extLst>
                </a:gridCol>
              </a:tblGrid>
              <a:tr h="370840">
                <a:tc>
                  <a:txBody>
                    <a:bodyPr/>
                    <a:lstStyle/>
                    <a:p>
                      <a:r>
                        <a:rPr lang="vi-VN" sz="1550" dirty="0"/>
                        <a:t>Tên use case</a:t>
                      </a:r>
                    </a:p>
                  </a:txBody>
                  <a:tcPr/>
                </a:tc>
                <a:tc>
                  <a:txBody>
                    <a:bodyPr/>
                    <a:lstStyle/>
                    <a:p>
                      <a:r>
                        <a:rPr lang="vi-VN" sz="1550" b="1" dirty="0"/>
                        <a:t>Tìm kiếm sự kiện của câu lạc bộ</a:t>
                      </a:r>
                      <a:endParaRPr lang="en-US" sz="1550" dirty="0"/>
                    </a:p>
                  </a:txBody>
                  <a:tcPr/>
                </a:tc>
                <a:extLst>
                  <a:ext uri="{0D108BD9-81ED-4DB2-BD59-A6C34878D82A}">
                    <a16:rowId xmlns:a16="http://schemas.microsoft.com/office/drawing/2014/main" val="10000"/>
                  </a:ext>
                </a:extLst>
              </a:tr>
              <a:tr h="370840">
                <a:tc>
                  <a:txBody>
                    <a:bodyPr/>
                    <a:lstStyle/>
                    <a:p>
                      <a:r>
                        <a:rPr lang="vi-VN" sz="1550" dirty="0"/>
                        <a:t>Actor</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sz="1550" dirty="0"/>
                        <a:t>Một thành viên của công chúng (MP)</a:t>
                      </a:r>
                    </a:p>
                  </a:txBody>
                  <a:tcPr/>
                </a:tc>
                <a:extLst>
                  <a:ext uri="{0D108BD9-81ED-4DB2-BD59-A6C34878D82A}">
                    <a16:rowId xmlns:a16="http://schemas.microsoft.com/office/drawing/2014/main" val="10001"/>
                  </a:ext>
                </a:extLst>
              </a:tr>
              <a:tr h="370840">
                <a:tc>
                  <a:txBody>
                    <a:bodyPr/>
                    <a:lstStyle/>
                    <a:p>
                      <a:r>
                        <a:rPr lang="vi-VN" sz="1550" dirty="0"/>
                        <a:t>Mô tả</a:t>
                      </a:r>
                    </a:p>
                  </a:txBody>
                  <a:tcPr/>
                </a:tc>
                <a:tc>
                  <a:txBody>
                    <a:bodyPr/>
                    <a:lstStyle/>
                    <a:p>
                      <a:r>
                        <a:rPr lang="vi-VN" sz="1550" dirty="0"/>
                        <a:t>MP đang tìm kiếm các sự kiện của câu lạc bộ vào một ngày cụ thể.</a:t>
                      </a:r>
                    </a:p>
                  </a:txBody>
                  <a:tcPr/>
                </a:tc>
                <a:extLst>
                  <a:ext uri="{0D108BD9-81ED-4DB2-BD59-A6C34878D82A}">
                    <a16:rowId xmlns:a16="http://schemas.microsoft.com/office/drawing/2014/main" val="10002"/>
                  </a:ext>
                </a:extLst>
              </a:tr>
              <a:tr h="370840">
                <a:tc>
                  <a:txBody>
                    <a:bodyPr/>
                    <a:lstStyle/>
                    <a:p>
                      <a:r>
                        <a:rPr lang="vi-VN" sz="1550" dirty="0"/>
                        <a:t>Tiền điều kiện</a:t>
                      </a:r>
                    </a:p>
                  </a:txBody>
                  <a:tcPr/>
                </a:tc>
                <a:tc>
                  <a:txBody>
                    <a:bodyPr/>
                    <a:lstStyle/>
                    <a:p>
                      <a:r>
                        <a:rPr lang="vi-VN" sz="1550" dirty="0"/>
                        <a:t>MP đang ở trang chủ của trường đại học.</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sz="1550" dirty="0"/>
                        <a:t>Luồng chính</a:t>
                      </a:r>
                    </a:p>
                  </a:txBody>
                  <a:tcPr/>
                </a:tc>
                <a:tc>
                  <a:txBody>
                    <a:bodyPr/>
                    <a:lstStyle/>
                    <a:p>
                      <a:pPr lvl="0"/>
                      <a:r>
                        <a:rPr lang="vi-VN" sz="1550" dirty="0"/>
                        <a:t>1. MP chọn “Tìm kiếm sự kiện” trên trang chủ của MP</a:t>
                      </a:r>
                    </a:p>
                    <a:p>
                      <a:pPr lvl="0"/>
                      <a:r>
                        <a:rPr lang="vi-VN" sz="1550" dirty="0"/>
                        <a:t>2. Hệ thống hiển thị trang cho phép chọn ngày trong tháng hiện tại</a:t>
                      </a:r>
                    </a:p>
                    <a:p>
                      <a:pPr lvl="0"/>
                      <a:r>
                        <a:rPr lang="vi-VN" sz="1550" dirty="0"/>
                        <a:t>3. MP chọn một ngày trong số các lựa chọn</a:t>
                      </a:r>
                    </a:p>
                    <a:p>
                      <a:pPr lvl="0"/>
                      <a:r>
                        <a:rPr lang="vi-VN" sz="1550" dirty="0"/>
                        <a:t>4. Hệ thống hiển thị trang các sự kiện của ngày đó, kèm thời gian và tên câu lạc bộ</a:t>
                      </a:r>
                    </a:p>
                    <a:p>
                      <a:pPr lvl="0"/>
                      <a:r>
                        <a:rPr lang="vi-VN" sz="1550" dirty="0"/>
                        <a:t>5. MP chọn một sự kiện</a:t>
                      </a:r>
                    </a:p>
                    <a:p>
                      <a:pPr lvl="0"/>
                      <a:r>
                        <a:rPr lang="vi-VN" sz="1550" dirty="0"/>
                        <a:t>6. Hệ thống hiển thị trang chi tiết của sự kiện đó, gồm địa điểm, mô tả và chi phí</a:t>
                      </a:r>
                    </a:p>
                  </a:txBody>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sz="1550" dirty="0"/>
                        <a:t>Ngoại lệ</a:t>
                      </a:r>
                    </a:p>
                  </a:txBody>
                  <a:tcPr/>
                </a:tc>
                <a:tc>
                  <a:txBody>
                    <a:bodyPr/>
                    <a:lstStyle/>
                    <a:p>
                      <a:pPr lvl="0"/>
                      <a:r>
                        <a:rPr lang="vi-VN" sz="1550" i="1" dirty="0"/>
                        <a:t>Ngoại lệ 1: tại bước 4</a:t>
                      </a:r>
                    </a:p>
                    <a:p>
                      <a:pPr lvl="0"/>
                      <a:r>
                        <a:rPr lang="vi-VN" sz="1550" dirty="0"/>
                        <a:t>4a. Nếu không có sự kiện nào trong ngày đã chọn, hệ thống hiển thị trang thông báo không có sự kiện nào trong ngày đó</a:t>
                      </a:r>
                    </a:p>
                  </a:txBody>
                  <a:tcPr/>
                </a:tc>
                <a:extLst>
                  <a:ext uri="{0D108BD9-81ED-4DB2-BD59-A6C34878D82A}">
                    <a16:rowId xmlns:a16="http://schemas.microsoft.com/office/drawing/2014/main" val="1000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sz="1550" dirty="0"/>
                        <a:t>Luồng thay thế</a:t>
                      </a:r>
                    </a:p>
                  </a:txBody>
                  <a:tcPr/>
                </a:tc>
                <a:tc>
                  <a:txBody>
                    <a:bodyPr/>
                    <a:lstStyle/>
                    <a:p>
                      <a:pPr lvl="0"/>
                      <a:r>
                        <a:rPr lang="vi-VN" sz="1550" i="1" dirty="0"/>
                        <a:t>Luồng thay thế 1: tại bước 3</a:t>
                      </a:r>
                    </a:p>
                    <a:p>
                      <a:pPr lvl="0"/>
                      <a:r>
                        <a:rPr lang="vi-VN" sz="1550" dirty="0"/>
                        <a:t>3a. MP chọn một tháng khác</a:t>
                      </a:r>
                    </a:p>
                    <a:p>
                      <a:pPr lvl="0"/>
                      <a:r>
                        <a:rPr lang="vi-VN" sz="1550" dirty="0"/>
                        <a:t>3b. Hệ thống hiển thị trang cho phép chọn ngày trong tháng đó</a:t>
                      </a:r>
                    </a:p>
                    <a:p>
                      <a:pPr lvl="0"/>
                      <a:r>
                        <a:rPr lang="vi-VN" sz="1550" i="1" dirty="0"/>
                        <a:t>Tiếp tục bước 3 của luồng chính</a:t>
                      </a:r>
                    </a:p>
                  </a:txBody>
                  <a:tcPr/>
                </a:tc>
                <a:extLst>
                  <a:ext uri="{0D108BD9-81ED-4DB2-BD59-A6C34878D82A}">
                    <a16:rowId xmlns:a16="http://schemas.microsoft.com/office/drawing/2014/main" val="10006"/>
                  </a:ext>
                </a:extLst>
              </a:tr>
            </a:tbl>
          </a:graphicData>
        </a:graphic>
      </p:graphicFrame>
      <p:sp>
        <p:nvSpPr>
          <p:cNvPr id="4" name="Date Placeholder 3"/>
          <p:cNvSpPr>
            <a:spLocks noGrp="1"/>
          </p:cNvSpPr>
          <p:nvPr>
            <p:ph type="dt" sz="half" idx="10"/>
          </p:nvPr>
        </p:nvSpPr>
        <p:spPr/>
        <p:txBody>
          <a:bodyPr/>
          <a:lstStyle/>
          <a:p>
            <a:fld id="{9D01C1C8-9AC1-4D9F-A589-9786E0792797}" type="datetime1">
              <a:rPr lang="nb-NO" smtClean="0"/>
              <a:t>14.09.2026</a:t>
            </a:fld>
            <a:endParaRPr lang="en-US"/>
          </a:p>
        </p:txBody>
      </p:sp>
      <p:sp>
        <p:nvSpPr>
          <p:cNvPr id="5" name="Footer Placeholder 4"/>
          <p:cNvSpPr>
            <a:spLocks noGrp="1"/>
          </p:cNvSpPr>
          <p:nvPr>
            <p:ph type="ftr" sz="quarter" idx="11"/>
          </p:nvPr>
        </p:nvSpPr>
        <p:spPr/>
        <p:txBody>
          <a:bodyPr/>
          <a:lstStyle/>
          <a:p>
            <a:r>
              <a:rPr lang="vi-VN"/>
              <a:t>Chương 5 Mô hình hóa hệ thống</a:t>
            </a:r>
          </a:p>
        </p:txBody>
      </p:sp>
      <p:sp>
        <p:nvSpPr>
          <p:cNvPr id="6" name="Slide Number Placeholder 5"/>
          <p:cNvSpPr>
            <a:spLocks noGrp="1"/>
          </p:cNvSpPr>
          <p:nvPr>
            <p:ph type="sldNum" sz="quarter" idx="12"/>
          </p:nvPr>
        </p:nvSpPr>
        <p:spPr/>
        <p:txBody>
          <a:bodyPr/>
          <a:lstStyle/>
          <a:p>
            <a:fld id="{5AC5F77F-66C9-B04B-B94C-B68F71024283}" type="slidenum">
              <a:rPr lang="en-US" smtClean="0"/>
              <a:pPr/>
              <a:t>19</a:t>
            </a:fld>
            <a:endParaRPr lang="en-US"/>
          </a:p>
        </p:txBody>
      </p:sp>
    </p:spTree>
    <p:extLst>
      <p:ext uri="{BB962C8B-B14F-4D97-AF65-F5344CB8AC3E}">
        <p14:creationId xmlns:p14="http://schemas.microsoft.com/office/powerpoint/2010/main" val="15271970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Sơ đồ tuần tự</a:t>
            </a:r>
          </a:p>
        </p:txBody>
      </p:sp>
      <p:sp>
        <p:nvSpPr>
          <p:cNvPr id="3" name="Content Placeholder 2"/>
          <p:cNvSpPr>
            <a:spLocks noGrp="1"/>
          </p:cNvSpPr>
          <p:nvPr>
            <p:ph idx="1"/>
          </p:nvPr>
        </p:nvSpPr>
        <p:spPr/>
        <p:txBody>
          <a:bodyPr>
            <a:normAutofit/>
          </a:bodyPr>
          <a:lstStyle/>
          <a:p>
            <a:r>
              <a:rPr lang="vi-VN" dirty="0"/>
              <a:t>Sơ đồ tuần tự là một phần của UML </a:t>
            </a:r>
          </a:p>
          <a:p>
            <a:r>
              <a:rPr lang="vi-VN" dirty="0"/>
              <a:t>Dùng để mô hình hóa các tương tác giữa các actor và các đối tượng bên trong hệ thống.</a:t>
            </a:r>
          </a:p>
          <a:p>
            <a:r>
              <a:rPr lang="vi-VN" dirty="0"/>
              <a:t>Sơ đồ tuần tự thể hiện trình tự các tương tác diễn ra trong một use case hoặc một thể hiện của use case.</a:t>
            </a:r>
          </a:p>
          <a:p>
            <a:pPr lvl="1"/>
            <a:r>
              <a:rPr lang="vi-VN" dirty="0"/>
              <a:t>Các đối tượng và actor tham gia được liệt kê dọc phía trên sơ đồ, với một đường nét đứt kẻ thẳng đứng từ mỗi đối tượng. </a:t>
            </a:r>
          </a:p>
          <a:p>
            <a:pPr lvl="1"/>
            <a:r>
              <a:rPr lang="vi-VN" dirty="0"/>
              <a:t>Các tương tác giữa các đối tượng được biểu thị bằng các mũi tên có chú thích.  </a:t>
            </a:r>
          </a:p>
        </p:txBody>
      </p:sp>
      <p:sp>
        <p:nvSpPr>
          <p:cNvPr id="6" name="Date Placeholder 5"/>
          <p:cNvSpPr>
            <a:spLocks noGrp="1"/>
          </p:cNvSpPr>
          <p:nvPr>
            <p:ph type="dt" sz="half" idx="10"/>
          </p:nvPr>
        </p:nvSpPr>
        <p:spPr/>
        <p:txBody>
          <a:bodyPr/>
          <a:lstStyle/>
          <a:p>
            <a:fld id="{9B8338B0-E277-458F-AC45-6CD5E75294E6}" type="datetime1">
              <a:rPr lang="nb-NO" smtClean="0"/>
              <a:t>14.09.2026</a:t>
            </a:fld>
            <a:endParaRPr lang="en-US"/>
          </a:p>
        </p:txBody>
      </p:sp>
      <p:sp>
        <p:nvSpPr>
          <p:cNvPr id="5" name="Footer Placeholder 4"/>
          <p:cNvSpPr>
            <a:spLocks noGrp="1"/>
          </p:cNvSpPr>
          <p:nvPr>
            <p:ph type="ftr" sz="quarter" idx="11"/>
          </p:nvPr>
        </p:nvSpPr>
        <p:spPr/>
        <p:txBody>
          <a:bodyPr/>
          <a:lstStyle/>
          <a:p>
            <a:r>
              <a:rPr lang="vi-VN"/>
              <a:t>Chương 5 Mô hình hóa hệ thống</a:t>
            </a:r>
          </a:p>
        </p:txBody>
      </p:sp>
      <p:sp>
        <p:nvSpPr>
          <p:cNvPr id="4" name="Slide Number Placeholder 3"/>
          <p:cNvSpPr>
            <a:spLocks noGrp="1"/>
          </p:cNvSpPr>
          <p:nvPr>
            <p:ph type="sldNum" sz="quarter" idx="12"/>
          </p:nvPr>
        </p:nvSpPr>
        <p:spPr/>
        <p:txBody>
          <a:bodyPr/>
          <a:lstStyle/>
          <a:p>
            <a:fld id="{DEC9DA09-039A-A841-BA90-58CFCFBF8E01}"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equence Diagram Example: ATM">
            <a:extLst>
              <a:ext uri="{FF2B5EF4-FFF2-40B4-BE49-F238E27FC236}">
                <a16:creationId xmlns:a16="http://schemas.microsoft.com/office/drawing/2014/main" id="{9BE415DC-2D29-A889-73E1-71D600F183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 y="1676400"/>
            <a:ext cx="11795760" cy="3903220"/>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E3FC2797-3996-6224-98A4-031038DC19BE}"/>
              </a:ext>
            </a:extLst>
          </p:cNvPr>
          <p:cNvSpPr>
            <a:spLocks noGrp="1"/>
          </p:cNvSpPr>
          <p:nvPr>
            <p:ph type="title"/>
          </p:nvPr>
        </p:nvSpPr>
        <p:spPr>
          <a:xfrm>
            <a:off x="1024127" y="96254"/>
            <a:ext cx="10786871" cy="1215189"/>
          </a:xfrm>
        </p:spPr>
        <p:txBody>
          <a:bodyPr/>
          <a:lstStyle/>
          <a:p>
            <a:r>
              <a:rPr lang="vi-VN" dirty="0"/>
              <a:t>Sơ đồ tuần tự của use case: nhập sai thông tin tài khoản</a:t>
            </a:r>
          </a:p>
        </p:txBody>
      </p:sp>
      <p:sp>
        <p:nvSpPr>
          <p:cNvPr id="10" name="Date Placeholder 9">
            <a:extLst>
              <a:ext uri="{FF2B5EF4-FFF2-40B4-BE49-F238E27FC236}">
                <a16:creationId xmlns:a16="http://schemas.microsoft.com/office/drawing/2014/main" id="{5875E68D-C772-37AE-D550-7677531002CC}"/>
              </a:ext>
            </a:extLst>
          </p:cNvPr>
          <p:cNvSpPr>
            <a:spLocks noGrp="1"/>
          </p:cNvSpPr>
          <p:nvPr>
            <p:ph type="dt" sz="half" idx="10"/>
          </p:nvPr>
        </p:nvSpPr>
        <p:spPr/>
        <p:txBody>
          <a:bodyPr/>
          <a:lstStyle/>
          <a:p>
            <a:pPr>
              <a:defRPr/>
            </a:pPr>
            <a:fld id="{59598EFF-B8DE-48E2-874F-10A35AE33AFB}" type="datetime1">
              <a:rPr lang="nb-NO" smtClean="0"/>
              <a:t>14.09.2026</a:t>
            </a:fld>
            <a:endParaRPr lang="en-US"/>
          </a:p>
        </p:txBody>
      </p:sp>
      <p:sp>
        <p:nvSpPr>
          <p:cNvPr id="12" name="Footer Placeholder 11">
            <a:extLst>
              <a:ext uri="{FF2B5EF4-FFF2-40B4-BE49-F238E27FC236}">
                <a16:creationId xmlns:a16="http://schemas.microsoft.com/office/drawing/2014/main" id="{42B75ABB-CD27-7BF9-5FC2-3539D0EC1993}"/>
              </a:ext>
            </a:extLst>
          </p:cNvPr>
          <p:cNvSpPr>
            <a:spLocks noGrp="1"/>
          </p:cNvSpPr>
          <p:nvPr>
            <p:ph type="ftr" sz="quarter" idx="11"/>
          </p:nvPr>
        </p:nvSpPr>
        <p:spPr/>
        <p:txBody>
          <a:bodyPr/>
          <a:lstStyle/>
          <a:p>
            <a:pPr>
              <a:defRPr/>
            </a:pPr>
            <a:r>
              <a:rPr lang="vi-VN"/>
              <a:t>Chương 5 Mô hình hóa hệ thống</a:t>
            </a:r>
          </a:p>
        </p:txBody>
      </p:sp>
      <p:sp>
        <p:nvSpPr>
          <p:cNvPr id="13" name="Slide Number Placeholder 12">
            <a:extLst>
              <a:ext uri="{FF2B5EF4-FFF2-40B4-BE49-F238E27FC236}">
                <a16:creationId xmlns:a16="http://schemas.microsoft.com/office/drawing/2014/main" id="{E2933C4F-1337-0BAB-D930-4D4021989970}"/>
              </a:ext>
            </a:extLst>
          </p:cNvPr>
          <p:cNvSpPr>
            <a:spLocks noGrp="1"/>
          </p:cNvSpPr>
          <p:nvPr>
            <p:ph type="sldNum" sz="quarter" idx="12"/>
          </p:nvPr>
        </p:nvSpPr>
        <p:spPr/>
        <p:txBody>
          <a:bodyPr/>
          <a:lstStyle/>
          <a:p>
            <a:pPr>
              <a:defRPr/>
            </a:pPr>
            <a:fld id="{DEC9DA09-039A-A841-BA90-58CFCFBF8E01}" type="slidenum">
              <a:rPr lang="en-US" smtClean="0"/>
              <a:pPr>
                <a:defRPr/>
              </a:pPr>
              <a:t>21</a:t>
            </a:fld>
            <a:endParaRPr lang="en-US"/>
          </a:p>
        </p:txBody>
      </p:sp>
    </p:spTree>
    <p:extLst>
      <p:ext uri="{BB962C8B-B14F-4D97-AF65-F5344CB8AC3E}">
        <p14:creationId xmlns:p14="http://schemas.microsoft.com/office/powerpoint/2010/main" val="17479284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equence Diagram Example: ATM">
            <a:extLst>
              <a:ext uri="{FF2B5EF4-FFF2-40B4-BE49-F238E27FC236}">
                <a16:creationId xmlns:a16="http://schemas.microsoft.com/office/drawing/2014/main" id="{9BE415DC-2D29-A889-73E1-71D600F183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1237" y="1428750"/>
            <a:ext cx="6643603" cy="2198370"/>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E3FC2797-3996-6224-98A4-031038DC19BE}"/>
              </a:ext>
            </a:extLst>
          </p:cNvPr>
          <p:cNvSpPr>
            <a:spLocks noGrp="1"/>
          </p:cNvSpPr>
          <p:nvPr>
            <p:ph type="title"/>
          </p:nvPr>
        </p:nvSpPr>
        <p:spPr>
          <a:xfrm>
            <a:off x="1024127" y="96254"/>
            <a:ext cx="10786871" cy="1215189"/>
          </a:xfrm>
        </p:spPr>
        <p:txBody>
          <a:bodyPr/>
          <a:lstStyle/>
          <a:p>
            <a:r>
              <a:rPr lang="vi-VN" dirty="0"/>
              <a:t>Sơ đồ tuần tự - Ví dụ</a:t>
            </a:r>
          </a:p>
        </p:txBody>
      </p:sp>
      <p:pic>
        <p:nvPicPr>
          <p:cNvPr id="2050" name="Picture 2" descr="UML Sequence Diagram ">
            <a:extLst>
              <a:ext uri="{FF2B5EF4-FFF2-40B4-BE49-F238E27FC236}">
                <a16:creationId xmlns:a16="http://schemas.microsoft.com/office/drawing/2014/main" id="{B5CEB023-AD2B-9FB0-9EC8-65CCB907E0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8753" y="2031683"/>
            <a:ext cx="1294447" cy="3555171"/>
          </a:xfrm>
          <a:prstGeom prst="rect">
            <a:avLst/>
          </a:prstGeom>
          <a:noFill/>
          <a:extLst>
            <a:ext uri="{909E8E84-426E-40DD-AFC4-6F175D3DCCD1}">
              <a14:hiddenFill xmlns:a14="http://schemas.microsoft.com/office/drawing/2010/main">
                <a:solidFill>
                  <a:srgbClr val="FFFFFF"/>
                </a:solidFill>
              </a14:hiddenFill>
            </a:ext>
          </a:extLst>
        </p:spPr>
      </p:pic>
      <p:sp>
        <p:nvSpPr>
          <p:cNvPr id="2" name="Date Placeholder 1">
            <a:extLst>
              <a:ext uri="{FF2B5EF4-FFF2-40B4-BE49-F238E27FC236}">
                <a16:creationId xmlns:a16="http://schemas.microsoft.com/office/drawing/2014/main" id="{7AF6520C-5EBD-D25C-D400-5EAA81F4A5F9}"/>
              </a:ext>
            </a:extLst>
          </p:cNvPr>
          <p:cNvSpPr>
            <a:spLocks noGrp="1"/>
          </p:cNvSpPr>
          <p:nvPr>
            <p:ph type="dt" sz="half" idx="10"/>
          </p:nvPr>
        </p:nvSpPr>
        <p:spPr/>
        <p:txBody>
          <a:bodyPr/>
          <a:lstStyle/>
          <a:p>
            <a:pPr>
              <a:defRPr/>
            </a:pPr>
            <a:fld id="{E180D1E5-4AA2-4638-A589-DA01A7BD3E54}" type="datetime1">
              <a:rPr lang="nb-NO" smtClean="0"/>
              <a:t>14.09.2026</a:t>
            </a:fld>
            <a:endParaRPr lang="en-US"/>
          </a:p>
        </p:txBody>
      </p:sp>
      <p:sp>
        <p:nvSpPr>
          <p:cNvPr id="3" name="Footer Placeholder 2">
            <a:extLst>
              <a:ext uri="{FF2B5EF4-FFF2-40B4-BE49-F238E27FC236}">
                <a16:creationId xmlns:a16="http://schemas.microsoft.com/office/drawing/2014/main" id="{14ED8ACF-0466-EAF1-EEFA-F072E2965AEC}"/>
              </a:ext>
            </a:extLst>
          </p:cNvPr>
          <p:cNvSpPr>
            <a:spLocks noGrp="1"/>
          </p:cNvSpPr>
          <p:nvPr>
            <p:ph type="ftr" sz="quarter" idx="11"/>
          </p:nvPr>
        </p:nvSpPr>
        <p:spPr/>
        <p:txBody>
          <a:bodyPr/>
          <a:lstStyle/>
          <a:p>
            <a:pPr>
              <a:defRPr/>
            </a:pPr>
            <a:r>
              <a:rPr lang="vi-VN"/>
              <a:t>Chương 5 Mô hình hóa hệ thống</a:t>
            </a:r>
          </a:p>
        </p:txBody>
      </p:sp>
      <p:sp>
        <p:nvSpPr>
          <p:cNvPr id="4" name="Slide Number Placeholder 3">
            <a:extLst>
              <a:ext uri="{FF2B5EF4-FFF2-40B4-BE49-F238E27FC236}">
                <a16:creationId xmlns:a16="http://schemas.microsoft.com/office/drawing/2014/main" id="{88C5DD4C-EFB4-D466-96DD-690F0971EB2E}"/>
              </a:ext>
            </a:extLst>
          </p:cNvPr>
          <p:cNvSpPr>
            <a:spLocks noGrp="1"/>
          </p:cNvSpPr>
          <p:nvPr>
            <p:ph type="sldNum" sz="quarter" idx="12"/>
          </p:nvPr>
        </p:nvSpPr>
        <p:spPr/>
        <p:txBody>
          <a:bodyPr/>
          <a:lstStyle/>
          <a:p>
            <a:pPr>
              <a:defRPr/>
            </a:pPr>
            <a:fld id="{DEC9DA09-039A-A841-BA90-58CFCFBF8E01}" type="slidenum">
              <a:rPr lang="en-US" smtClean="0"/>
              <a:pPr>
                <a:defRPr/>
              </a:pPr>
              <a:t>22</a:t>
            </a:fld>
            <a:endParaRPr lang="en-US"/>
          </a:p>
        </p:txBody>
      </p:sp>
    </p:spTree>
    <p:extLst>
      <p:ext uri="{BB962C8B-B14F-4D97-AF65-F5344CB8AC3E}">
        <p14:creationId xmlns:p14="http://schemas.microsoft.com/office/powerpoint/2010/main" val="11046080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equence Diagram Example: ATM">
            <a:extLst>
              <a:ext uri="{FF2B5EF4-FFF2-40B4-BE49-F238E27FC236}">
                <a16:creationId xmlns:a16="http://schemas.microsoft.com/office/drawing/2014/main" id="{9BE415DC-2D29-A889-73E1-71D600F183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1237" y="1428750"/>
            <a:ext cx="6643603" cy="2198370"/>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E3FC2797-3996-6224-98A4-031038DC19BE}"/>
              </a:ext>
            </a:extLst>
          </p:cNvPr>
          <p:cNvSpPr>
            <a:spLocks noGrp="1"/>
          </p:cNvSpPr>
          <p:nvPr>
            <p:ph type="title"/>
          </p:nvPr>
        </p:nvSpPr>
        <p:spPr>
          <a:xfrm>
            <a:off x="1024127" y="96254"/>
            <a:ext cx="10786871" cy="1215189"/>
          </a:xfrm>
        </p:spPr>
        <p:txBody>
          <a:bodyPr/>
          <a:lstStyle/>
          <a:p>
            <a:r>
              <a:rPr lang="vi-VN" dirty="0"/>
              <a:t>Sơ đồ tuần tự - Ví dụ</a:t>
            </a:r>
          </a:p>
        </p:txBody>
      </p:sp>
      <p:pic>
        <p:nvPicPr>
          <p:cNvPr id="3074" name="Picture 2" descr="UML Sequence Diagram: Actor example">
            <a:extLst>
              <a:ext uri="{FF2B5EF4-FFF2-40B4-BE49-F238E27FC236}">
                <a16:creationId xmlns:a16="http://schemas.microsoft.com/office/drawing/2014/main" id="{22ACEE5C-3F0C-35D9-49CB-5649382ABE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80260" y="1766541"/>
            <a:ext cx="553403" cy="3721158"/>
          </a:xfrm>
          <a:prstGeom prst="rect">
            <a:avLst/>
          </a:prstGeom>
          <a:noFill/>
          <a:extLst>
            <a:ext uri="{909E8E84-426E-40DD-AFC4-6F175D3DCCD1}">
              <a14:hiddenFill xmlns:a14="http://schemas.microsoft.com/office/drawing/2010/main">
                <a:solidFill>
                  <a:srgbClr val="FFFFFF"/>
                </a:solidFill>
              </a14:hiddenFill>
            </a:ext>
          </a:extLst>
        </p:spPr>
      </p:pic>
      <p:sp>
        <p:nvSpPr>
          <p:cNvPr id="2" name="Date Placeholder 1">
            <a:extLst>
              <a:ext uri="{FF2B5EF4-FFF2-40B4-BE49-F238E27FC236}">
                <a16:creationId xmlns:a16="http://schemas.microsoft.com/office/drawing/2014/main" id="{9205920C-E55C-3462-6E65-7B935B4CF8E2}"/>
              </a:ext>
            </a:extLst>
          </p:cNvPr>
          <p:cNvSpPr>
            <a:spLocks noGrp="1"/>
          </p:cNvSpPr>
          <p:nvPr>
            <p:ph type="dt" sz="half" idx="10"/>
          </p:nvPr>
        </p:nvSpPr>
        <p:spPr/>
        <p:txBody>
          <a:bodyPr/>
          <a:lstStyle/>
          <a:p>
            <a:pPr>
              <a:defRPr/>
            </a:pPr>
            <a:fld id="{F8D389DB-CFFE-4B63-9925-858DB9705F4A}" type="datetime1">
              <a:rPr lang="nb-NO" smtClean="0"/>
              <a:t>14.09.2026</a:t>
            </a:fld>
            <a:endParaRPr lang="en-US"/>
          </a:p>
        </p:txBody>
      </p:sp>
      <p:sp>
        <p:nvSpPr>
          <p:cNvPr id="3" name="Footer Placeholder 2">
            <a:extLst>
              <a:ext uri="{FF2B5EF4-FFF2-40B4-BE49-F238E27FC236}">
                <a16:creationId xmlns:a16="http://schemas.microsoft.com/office/drawing/2014/main" id="{6669A7F2-4A8F-EAE9-83D8-E7140BDD83C2}"/>
              </a:ext>
            </a:extLst>
          </p:cNvPr>
          <p:cNvSpPr>
            <a:spLocks noGrp="1"/>
          </p:cNvSpPr>
          <p:nvPr>
            <p:ph type="ftr" sz="quarter" idx="11"/>
          </p:nvPr>
        </p:nvSpPr>
        <p:spPr/>
        <p:txBody>
          <a:bodyPr/>
          <a:lstStyle/>
          <a:p>
            <a:pPr>
              <a:defRPr/>
            </a:pPr>
            <a:r>
              <a:rPr lang="vi-VN"/>
              <a:t>Chương 5 Mô hình hóa hệ thống</a:t>
            </a:r>
          </a:p>
        </p:txBody>
      </p:sp>
      <p:sp>
        <p:nvSpPr>
          <p:cNvPr id="4" name="Slide Number Placeholder 3">
            <a:extLst>
              <a:ext uri="{FF2B5EF4-FFF2-40B4-BE49-F238E27FC236}">
                <a16:creationId xmlns:a16="http://schemas.microsoft.com/office/drawing/2014/main" id="{1D1B1FF0-C280-31CD-4388-72B765499D5E}"/>
              </a:ext>
            </a:extLst>
          </p:cNvPr>
          <p:cNvSpPr>
            <a:spLocks noGrp="1"/>
          </p:cNvSpPr>
          <p:nvPr>
            <p:ph type="sldNum" sz="quarter" idx="12"/>
          </p:nvPr>
        </p:nvSpPr>
        <p:spPr/>
        <p:txBody>
          <a:bodyPr/>
          <a:lstStyle/>
          <a:p>
            <a:pPr>
              <a:defRPr/>
            </a:pPr>
            <a:fld id="{DEC9DA09-039A-A841-BA90-58CFCFBF8E01}" type="slidenum">
              <a:rPr lang="en-US" smtClean="0"/>
              <a:pPr>
                <a:defRPr/>
              </a:pPr>
              <a:t>23</a:t>
            </a:fld>
            <a:endParaRPr lang="en-US"/>
          </a:p>
        </p:txBody>
      </p:sp>
    </p:spTree>
    <p:extLst>
      <p:ext uri="{BB962C8B-B14F-4D97-AF65-F5344CB8AC3E}">
        <p14:creationId xmlns:p14="http://schemas.microsoft.com/office/powerpoint/2010/main" val="41673891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equence Diagram Example: ATM">
            <a:extLst>
              <a:ext uri="{FF2B5EF4-FFF2-40B4-BE49-F238E27FC236}">
                <a16:creationId xmlns:a16="http://schemas.microsoft.com/office/drawing/2014/main" id="{9BE415DC-2D29-A889-73E1-71D600F183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1237" y="1428750"/>
            <a:ext cx="6643603" cy="2198370"/>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E3FC2797-3996-6224-98A4-031038DC19BE}"/>
              </a:ext>
            </a:extLst>
          </p:cNvPr>
          <p:cNvSpPr>
            <a:spLocks noGrp="1"/>
          </p:cNvSpPr>
          <p:nvPr>
            <p:ph type="title"/>
          </p:nvPr>
        </p:nvSpPr>
        <p:spPr>
          <a:xfrm>
            <a:off x="1024127" y="96254"/>
            <a:ext cx="10786871" cy="1215189"/>
          </a:xfrm>
        </p:spPr>
        <p:txBody>
          <a:bodyPr/>
          <a:lstStyle/>
          <a:p>
            <a:r>
              <a:rPr lang="vi-VN" dirty="0"/>
              <a:t>Sơ đồ tuần tự - Ví dụ</a:t>
            </a:r>
          </a:p>
        </p:txBody>
      </p:sp>
      <p:pic>
        <p:nvPicPr>
          <p:cNvPr id="4098" name="Picture 2" descr="UML Sequence Diagram: Activation example">
            <a:extLst>
              <a:ext uri="{FF2B5EF4-FFF2-40B4-BE49-F238E27FC236}">
                <a16:creationId xmlns:a16="http://schemas.microsoft.com/office/drawing/2014/main" id="{468E5718-948E-5A75-2A6D-7A062B7A9E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8728" y="2321243"/>
            <a:ext cx="1974532" cy="2952023"/>
          </a:xfrm>
          <a:prstGeom prst="rect">
            <a:avLst/>
          </a:prstGeom>
          <a:noFill/>
          <a:extLst>
            <a:ext uri="{909E8E84-426E-40DD-AFC4-6F175D3DCCD1}">
              <a14:hiddenFill xmlns:a14="http://schemas.microsoft.com/office/drawing/2010/main">
                <a:solidFill>
                  <a:srgbClr val="FFFFFF"/>
                </a:solidFill>
              </a14:hiddenFill>
            </a:ext>
          </a:extLst>
        </p:spPr>
      </p:pic>
      <p:sp>
        <p:nvSpPr>
          <p:cNvPr id="2" name="Date Placeholder 1">
            <a:extLst>
              <a:ext uri="{FF2B5EF4-FFF2-40B4-BE49-F238E27FC236}">
                <a16:creationId xmlns:a16="http://schemas.microsoft.com/office/drawing/2014/main" id="{98EC71B3-2A82-0E63-18B6-9BA3F20B5441}"/>
              </a:ext>
            </a:extLst>
          </p:cNvPr>
          <p:cNvSpPr>
            <a:spLocks noGrp="1"/>
          </p:cNvSpPr>
          <p:nvPr>
            <p:ph type="dt" sz="half" idx="10"/>
          </p:nvPr>
        </p:nvSpPr>
        <p:spPr/>
        <p:txBody>
          <a:bodyPr/>
          <a:lstStyle/>
          <a:p>
            <a:pPr>
              <a:defRPr/>
            </a:pPr>
            <a:fld id="{567AFAFA-B08B-43D6-9C9D-1A65D6687838}" type="datetime1">
              <a:rPr lang="nb-NO" smtClean="0"/>
              <a:t>14.09.2026</a:t>
            </a:fld>
            <a:endParaRPr lang="en-US"/>
          </a:p>
        </p:txBody>
      </p:sp>
      <p:sp>
        <p:nvSpPr>
          <p:cNvPr id="3" name="Footer Placeholder 2">
            <a:extLst>
              <a:ext uri="{FF2B5EF4-FFF2-40B4-BE49-F238E27FC236}">
                <a16:creationId xmlns:a16="http://schemas.microsoft.com/office/drawing/2014/main" id="{8F54E028-B841-7EB7-5C3B-FE7C900E0363}"/>
              </a:ext>
            </a:extLst>
          </p:cNvPr>
          <p:cNvSpPr>
            <a:spLocks noGrp="1"/>
          </p:cNvSpPr>
          <p:nvPr>
            <p:ph type="ftr" sz="quarter" idx="11"/>
          </p:nvPr>
        </p:nvSpPr>
        <p:spPr/>
        <p:txBody>
          <a:bodyPr/>
          <a:lstStyle/>
          <a:p>
            <a:pPr>
              <a:defRPr/>
            </a:pPr>
            <a:r>
              <a:rPr lang="vi-VN"/>
              <a:t>Chương 5 Mô hình hóa hệ thống</a:t>
            </a:r>
          </a:p>
        </p:txBody>
      </p:sp>
      <p:sp>
        <p:nvSpPr>
          <p:cNvPr id="4" name="Slide Number Placeholder 3">
            <a:extLst>
              <a:ext uri="{FF2B5EF4-FFF2-40B4-BE49-F238E27FC236}">
                <a16:creationId xmlns:a16="http://schemas.microsoft.com/office/drawing/2014/main" id="{52848DFE-19DA-6C11-3A05-32B5C6C222BB}"/>
              </a:ext>
            </a:extLst>
          </p:cNvPr>
          <p:cNvSpPr>
            <a:spLocks noGrp="1"/>
          </p:cNvSpPr>
          <p:nvPr>
            <p:ph type="sldNum" sz="quarter" idx="12"/>
          </p:nvPr>
        </p:nvSpPr>
        <p:spPr/>
        <p:txBody>
          <a:bodyPr/>
          <a:lstStyle/>
          <a:p>
            <a:pPr>
              <a:defRPr/>
            </a:pPr>
            <a:fld id="{DEC9DA09-039A-A841-BA90-58CFCFBF8E01}" type="slidenum">
              <a:rPr lang="en-US" smtClean="0"/>
              <a:pPr>
                <a:defRPr/>
              </a:pPr>
              <a:t>24</a:t>
            </a:fld>
            <a:endParaRPr lang="en-US"/>
          </a:p>
        </p:txBody>
      </p:sp>
    </p:spTree>
    <p:extLst>
      <p:ext uri="{BB962C8B-B14F-4D97-AF65-F5344CB8AC3E}">
        <p14:creationId xmlns:p14="http://schemas.microsoft.com/office/powerpoint/2010/main" val="2191947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equence Diagram Example: ATM">
            <a:extLst>
              <a:ext uri="{FF2B5EF4-FFF2-40B4-BE49-F238E27FC236}">
                <a16:creationId xmlns:a16="http://schemas.microsoft.com/office/drawing/2014/main" id="{9BE415DC-2D29-A889-73E1-71D600F183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1237" y="1428750"/>
            <a:ext cx="6643603" cy="2198370"/>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E3FC2797-3996-6224-98A4-031038DC19BE}"/>
              </a:ext>
            </a:extLst>
          </p:cNvPr>
          <p:cNvSpPr>
            <a:spLocks noGrp="1"/>
          </p:cNvSpPr>
          <p:nvPr>
            <p:ph type="title"/>
          </p:nvPr>
        </p:nvSpPr>
        <p:spPr>
          <a:xfrm>
            <a:off x="1024127" y="96254"/>
            <a:ext cx="10786871" cy="1215189"/>
          </a:xfrm>
        </p:spPr>
        <p:txBody>
          <a:bodyPr/>
          <a:lstStyle/>
          <a:p>
            <a:r>
              <a:rPr lang="vi-VN" dirty="0"/>
              <a:t>Sơ đồ tuần tự - Ví dụ</a:t>
            </a:r>
          </a:p>
        </p:txBody>
      </p:sp>
      <p:pic>
        <p:nvPicPr>
          <p:cNvPr id="5122" name="Picture 2" descr="UML Sequence Diagram: Call message example">
            <a:extLst>
              <a:ext uri="{FF2B5EF4-FFF2-40B4-BE49-F238E27FC236}">
                <a16:creationId xmlns:a16="http://schemas.microsoft.com/office/drawing/2014/main" id="{F9653C8E-BD04-039D-57AA-F32878825C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6937" y="4087327"/>
            <a:ext cx="4903851" cy="1394460"/>
          </a:xfrm>
          <a:prstGeom prst="rect">
            <a:avLst/>
          </a:prstGeom>
          <a:noFill/>
          <a:extLst>
            <a:ext uri="{909E8E84-426E-40DD-AFC4-6F175D3DCCD1}">
              <a14:hiddenFill xmlns:a14="http://schemas.microsoft.com/office/drawing/2010/main">
                <a:solidFill>
                  <a:srgbClr val="FFFFFF"/>
                </a:solidFill>
              </a14:hiddenFill>
            </a:ext>
          </a:extLst>
        </p:spPr>
      </p:pic>
      <p:sp>
        <p:nvSpPr>
          <p:cNvPr id="2" name="Date Placeholder 1">
            <a:extLst>
              <a:ext uri="{FF2B5EF4-FFF2-40B4-BE49-F238E27FC236}">
                <a16:creationId xmlns:a16="http://schemas.microsoft.com/office/drawing/2014/main" id="{8084C61F-A0D0-FA5A-F927-922312094B9E}"/>
              </a:ext>
            </a:extLst>
          </p:cNvPr>
          <p:cNvSpPr>
            <a:spLocks noGrp="1"/>
          </p:cNvSpPr>
          <p:nvPr>
            <p:ph type="dt" sz="half" idx="10"/>
          </p:nvPr>
        </p:nvSpPr>
        <p:spPr/>
        <p:txBody>
          <a:bodyPr/>
          <a:lstStyle/>
          <a:p>
            <a:pPr>
              <a:defRPr/>
            </a:pPr>
            <a:fld id="{F62CA11A-5163-4AAB-BD10-A5E534AF6E23}" type="datetime1">
              <a:rPr lang="nb-NO" smtClean="0"/>
              <a:t>14.09.2026</a:t>
            </a:fld>
            <a:endParaRPr lang="en-US"/>
          </a:p>
        </p:txBody>
      </p:sp>
      <p:sp>
        <p:nvSpPr>
          <p:cNvPr id="3" name="Footer Placeholder 2">
            <a:extLst>
              <a:ext uri="{FF2B5EF4-FFF2-40B4-BE49-F238E27FC236}">
                <a16:creationId xmlns:a16="http://schemas.microsoft.com/office/drawing/2014/main" id="{3B24FB33-0FDE-125D-1B72-D6FFB8C193EC}"/>
              </a:ext>
            </a:extLst>
          </p:cNvPr>
          <p:cNvSpPr>
            <a:spLocks noGrp="1"/>
          </p:cNvSpPr>
          <p:nvPr>
            <p:ph type="ftr" sz="quarter" idx="11"/>
          </p:nvPr>
        </p:nvSpPr>
        <p:spPr/>
        <p:txBody>
          <a:bodyPr/>
          <a:lstStyle/>
          <a:p>
            <a:pPr>
              <a:defRPr/>
            </a:pPr>
            <a:r>
              <a:rPr lang="vi-VN"/>
              <a:t>Chương 5 Mô hình hóa hệ thống</a:t>
            </a:r>
          </a:p>
        </p:txBody>
      </p:sp>
      <p:sp>
        <p:nvSpPr>
          <p:cNvPr id="4" name="Slide Number Placeholder 3">
            <a:extLst>
              <a:ext uri="{FF2B5EF4-FFF2-40B4-BE49-F238E27FC236}">
                <a16:creationId xmlns:a16="http://schemas.microsoft.com/office/drawing/2014/main" id="{1857DE61-12D7-259C-9175-FCF3D5C6A845}"/>
              </a:ext>
            </a:extLst>
          </p:cNvPr>
          <p:cNvSpPr>
            <a:spLocks noGrp="1"/>
          </p:cNvSpPr>
          <p:nvPr>
            <p:ph type="sldNum" sz="quarter" idx="12"/>
          </p:nvPr>
        </p:nvSpPr>
        <p:spPr/>
        <p:txBody>
          <a:bodyPr/>
          <a:lstStyle/>
          <a:p>
            <a:pPr>
              <a:defRPr/>
            </a:pPr>
            <a:fld id="{DEC9DA09-039A-A841-BA90-58CFCFBF8E01}" type="slidenum">
              <a:rPr lang="en-US" smtClean="0"/>
              <a:pPr>
                <a:defRPr/>
              </a:pPr>
              <a:t>25</a:t>
            </a:fld>
            <a:endParaRPr lang="en-US"/>
          </a:p>
        </p:txBody>
      </p:sp>
    </p:spTree>
    <p:extLst>
      <p:ext uri="{BB962C8B-B14F-4D97-AF65-F5344CB8AC3E}">
        <p14:creationId xmlns:p14="http://schemas.microsoft.com/office/powerpoint/2010/main" val="6303633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vi-VN"/>
              <a:t>Góc nhìn cấu trúc</a:t>
            </a:r>
            <a:endParaRPr lang="en-US" dirty="0"/>
          </a:p>
        </p:txBody>
      </p:sp>
      <p:sp>
        <p:nvSpPr>
          <p:cNvPr id="11" name="Text Placeholder 10"/>
          <p:cNvSpPr>
            <a:spLocks noGrp="1"/>
          </p:cNvSpPr>
          <p:nvPr>
            <p:ph type="body" idx="1"/>
          </p:nvPr>
        </p:nvSpPr>
        <p:spPr/>
        <p:txBody>
          <a:bodyPr/>
          <a:lstStyle/>
          <a:p>
            <a:endParaRPr lang="en-US"/>
          </a:p>
        </p:txBody>
      </p:sp>
      <p:sp>
        <p:nvSpPr>
          <p:cNvPr id="4" name="Date Placeholder 3"/>
          <p:cNvSpPr>
            <a:spLocks noGrp="1"/>
          </p:cNvSpPr>
          <p:nvPr>
            <p:ph type="dt" sz="half" idx="10"/>
          </p:nvPr>
        </p:nvSpPr>
        <p:spPr/>
        <p:txBody>
          <a:bodyPr/>
          <a:lstStyle/>
          <a:p>
            <a:fld id="{9F92C108-D7A8-46A5-9B75-731B0621AB3E}" type="datetime1">
              <a:rPr lang="nb-NO" smtClean="0"/>
              <a:t>14.09.2026</a:t>
            </a:fld>
            <a:endParaRPr lang="en-US"/>
          </a:p>
        </p:txBody>
      </p:sp>
      <p:sp>
        <p:nvSpPr>
          <p:cNvPr id="5" name="Footer Placeholder 4"/>
          <p:cNvSpPr>
            <a:spLocks noGrp="1"/>
          </p:cNvSpPr>
          <p:nvPr>
            <p:ph type="ftr" sz="quarter" idx="11"/>
          </p:nvPr>
        </p:nvSpPr>
        <p:spPr/>
        <p:txBody>
          <a:bodyPr/>
          <a:lstStyle/>
          <a:p>
            <a:r>
              <a:rPr lang="vi-VN"/>
              <a:t>Chương 5 Mô hình hóa hệ thống</a:t>
            </a:r>
          </a:p>
        </p:txBody>
      </p:sp>
      <p:sp>
        <p:nvSpPr>
          <p:cNvPr id="6" name="Slide Number Placeholder 5"/>
          <p:cNvSpPr>
            <a:spLocks noGrp="1"/>
          </p:cNvSpPr>
          <p:nvPr>
            <p:ph type="sldNum" sz="quarter" idx="12"/>
          </p:nvPr>
        </p:nvSpPr>
        <p:spPr/>
        <p:txBody>
          <a:bodyPr/>
          <a:lstStyle/>
          <a:p>
            <a:fld id="{5AC5F77F-66C9-B04B-B94C-B68F71024283}" type="slidenum">
              <a:rPr lang="en-US" smtClean="0"/>
              <a:pPr/>
              <a:t>26</a:t>
            </a:fld>
            <a:endParaRPr lang="en-US"/>
          </a:p>
        </p:txBody>
      </p:sp>
    </p:spTree>
    <p:extLst>
      <p:ext uri="{BB962C8B-B14F-4D97-AF65-F5344CB8AC3E}">
        <p14:creationId xmlns:p14="http://schemas.microsoft.com/office/powerpoint/2010/main" val="31411787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Mô hình cấu trúc</a:t>
            </a:r>
            <a:endParaRPr lang="en-US" dirty="0"/>
          </a:p>
        </p:txBody>
      </p:sp>
      <p:sp>
        <p:nvSpPr>
          <p:cNvPr id="3" name="Content Placeholder 2"/>
          <p:cNvSpPr>
            <a:spLocks noGrp="1"/>
          </p:cNvSpPr>
          <p:nvPr>
            <p:ph idx="1"/>
          </p:nvPr>
        </p:nvSpPr>
        <p:spPr/>
        <p:txBody>
          <a:bodyPr/>
          <a:lstStyle/>
          <a:p>
            <a:r>
              <a:rPr lang="vi-VN" dirty="0"/>
              <a:t>Thể hiện tổ chức của hệ thống theo các thành phần cấu tạo nên hệ thống và mối quan hệ giữa chúng. </a:t>
            </a:r>
          </a:p>
          <a:p>
            <a:r>
              <a:rPr lang="vi-VN" dirty="0"/>
              <a:t>Mô hình cấu trúc có thể là </a:t>
            </a:r>
          </a:p>
          <a:p>
            <a:pPr lvl="1"/>
            <a:r>
              <a:rPr lang="vi-VN" dirty="0"/>
              <a:t>mô hình tĩnh: thể hiện cấu trúc của thiết kế hệ thống, </a:t>
            </a:r>
          </a:p>
          <a:p>
            <a:pPr lvl="1"/>
            <a:r>
              <a:rPr lang="vi-VN" dirty="0"/>
              <a:t>hoặc mô hình động: thể hiện tổ chức của hệ thống khi đang thực thi. </a:t>
            </a:r>
          </a:p>
          <a:p>
            <a:pPr lvl="1"/>
            <a:endParaRPr lang="en-US" dirty="0"/>
          </a:p>
          <a:p>
            <a:pPr lvl="1"/>
            <a:endParaRPr lang="en-US" dirty="0"/>
          </a:p>
          <a:p>
            <a:pPr lvl="1"/>
            <a:endParaRPr lang="en-US" dirty="0"/>
          </a:p>
          <a:p>
            <a:pPr lvl="1"/>
            <a:endParaRPr lang="en-US" dirty="0"/>
          </a:p>
        </p:txBody>
      </p:sp>
      <p:sp>
        <p:nvSpPr>
          <p:cNvPr id="6" name="Date Placeholder 5"/>
          <p:cNvSpPr>
            <a:spLocks noGrp="1"/>
          </p:cNvSpPr>
          <p:nvPr>
            <p:ph type="dt" sz="half" idx="10"/>
          </p:nvPr>
        </p:nvSpPr>
        <p:spPr/>
        <p:txBody>
          <a:bodyPr/>
          <a:lstStyle/>
          <a:p>
            <a:fld id="{D995D26C-53B1-45CB-B50C-52BE313D6FAD}" type="datetime1">
              <a:rPr lang="nb-NO" smtClean="0"/>
              <a:t>14.09.2026</a:t>
            </a:fld>
            <a:endParaRPr lang="en-US"/>
          </a:p>
        </p:txBody>
      </p:sp>
      <p:sp>
        <p:nvSpPr>
          <p:cNvPr id="5" name="Footer Placeholder 4"/>
          <p:cNvSpPr>
            <a:spLocks noGrp="1"/>
          </p:cNvSpPr>
          <p:nvPr>
            <p:ph type="ftr" sz="quarter" idx="11"/>
          </p:nvPr>
        </p:nvSpPr>
        <p:spPr/>
        <p:txBody>
          <a:bodyPr/>
          <a:lstStyle/>
          <a:p>
            <a:r>
              <a:rPr lang="vi-VN"/>
              <a:t>Chương 5 Mô hình hóa hệ thống</a:t>
            </a:r>
          </a:p>
        </p:txBody>
      </p:sp>
      <p:sp>
        <p:nvSpPr>
          <p:cNvPr id="4" name="Slide Number Placeholder 3"/>
          <p:cNvSpPr>
            <a:spLocks noGrp="1"/>
          </p:cNvSpPr>
          <p:nvPr>
            <p:ph type="sldNum" sz="quarter" idx="12"/>
          </p:nvPr>
        </p:nvSpPr>
        <p:spPr/>
        <p:txBody>
          <a:bodyPr/>
          <a:lstStyle/>
          <a:p>
            <a:fld id="{DEC9DA09-039A-A841-BA90-58CFCFBF8E01}" type="slidenum">
              <a:rPr lang="en-US" smtClean="0"/>
              <a:pPr/>
              <a:t>27</a:t>
            </a:fld>
            <a:endParaRPr lang="en-US"/>
          </a:p>
        </p:txBody>
      </p:sp>
      <p:sp>
        <p:nvSpPr>
          <p:cNvPr id="7" name="Rectangle 6"/>
          <p:cNvSpPr/>
          <p:nvPr/>
        </p:nvSpPr>
        <p:spPr>
          <a:xfrm>
            <a:off x="5616388" y="5280229"/>
            <a:ext cx="4572000" cy="923330"/>
          </a:xfrm>
          <a:prstGeom prst="rect">
            <a:avLst/>
          </a:prstGeom>
        </p:spPr>
        <p:txBody>
          <a:bodyPr>
            <a:spAutoFit/>
          </a:bodyPr>
          <a:lstStyle/>
          <a:p>
            <a:r>
              <a:rPr lang="vi-VN" i="1" dirty="0"/>
              <a:t>Hãy xây dựng mô hình cấu trúc của hệ thống khi thảo luận và thiết kế kiến trúc hệ thống.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Sơ đồ lớp</a:t>
            </a:r>
            <a:endParaRPr lang="en-US" dirty="0"/>
          </a:p>
        </p:txBody>
      </p:sp>
      <p:sp>
        <p:nvSpPr>
          <p:cNvPr id="3" name="Content Placeholder 2"/>
          <p:cNvSpPr>
            <a:spLocks noGrp="1"/>
          </p:cNvSpPr>
          <p:nvPr>
            <p:ph idx="1"/>
          </p:nvPr>
        </p:nvSpPr>
        <p:spPr/>
        <p:txBody>
          <a:bodyPr>
            <a:normAutofit lnSpcReduction="10000"/>
          </a:bodyPr>
          <a:lstStyle/>
          <a:p>
            <a:pPr>
              <a:lnSpc>
                <a:spcPct val="150000"/>
              </a:lnSpc>
            </a:pPr>
            <a:r>
              <a:rPr lang="vi-VN" dirty="0"/>
              <a:t>Dùng khi phát triển mô hình hệ thống hướng đối tượng để thể hiện các lớp trong hệ thống và các association giữa những lớp này. </a:t>
            </a:r>
          </a:p>
          <a:p>
            <a:pPr lvl="1">
              <a:lnSpc>
                <a:spcPct val="150000"/>
              </a:lnSpc>
            </a:pPr>
            <a:r>
              <a:rPr lang="vi-VN" dirty="0"/>
              <a:t>Một lớp đối tượng có thể xem là định nghĩa tổng quát cho một loại đối tượng của hệ thống. </a:t>
            </a:r>
          </a:p>
          <a:p>
            <a:pPr lvl="1">
              <a:lnSpc>
                <a:spcPct val="150000"/>
              </a:lnSpc>
            </a:pPr>
            <a:r>
              <a:rPr lang="vi-VN" dirty="0"/>
              <a:t>Association là mối liên kết giữa các lớp, cho biết giữa các lớp này có một mối quan hệ nào đó. </a:t>
            </a:r>
          </a:p>
        </p:txBody>
      </p:sp>
      <p:sp>
        <p:nvSpPr>
          <p:cNvPr id="6" name="Date Placeholder 5"/>
          <p:cNvSpPr>
            <a:spLocks noGrp="1"/>
          </p:cNvSpPr>
          <p:nvPr>
            <p:ph type="dt" sz="half" idx="10"/>
          </p:nvPr>
        </p:nvSpPr>
        <p:spPr/>
        <p:txBody>
          <a:bodyPr/>
          <a:lstStyle/>
          <a:p>
            <a:fld id="{0FEF070D-440C-49F4-A9E0-7CF76EB5853B}" type="datetime1">
              <a:rPr lang="nb-NO" smtClean="0"/>
              <a:t>14.09.2026</a:t>
            </a:fld>
            <a:endParaRPr lang="en-US"/>
          </a:p>
        </p:txBody>
      </p:sp>
      <p:sp>
        <p:nvSpPr>
          <p:cNvPr id="5" name="Footer Placeholder 4"/>
          <p:cNvSpPr>
            <a:spLocks noGrp="1"/>
          </p:cNvSpPr>
          <p:nvPr>
            <p:ph type="ftr" sz="quarter" idx="11"/>
          </p:nvPr>
        </p:nvSpPr>
        <p:spPr/>
        <p:txBody>
          <a:bodyPr/>
          <a:lstStyle/>
          <a:p>
            <a:r>
              <a:rPr lang="vi-VN"/>
              <a:t>Chương 5 Mô hình hóa hệ thống</a:t>
            </a:r>
          </a:p>
        </p:txBody>
      </p:sp>
      <p:sp>
        <p:nvSpPr>
          <p:cNvPr id="4" name="Slide Number Placeholder 3"/>
          <p:cNvSpPr>
            <a:spLocks noGrp="1"/>
          </p:cNvSpPr>
          <p:nvPr>
            <p:ph type="sldNum" sz="quarter" idx="12"/>
          </p:nvPr>
        </p:nvSpPr>
        <p:spPr/>
        <p:txBody>
          <a:bodyPr/>
          <a:lstStyle/>
          <a:p>
            <a:fld id="{DEC9DA09-039A-A841-BA90-58CFCFBF8E01}" type="slidenum">
              <a:rPr lang="en-US" smtClean="0"/>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Sơ đồ lớp</a:t>
            </a:r>
            <a:endParaRPr lang="en-US" dirty="0"/>
          </a:p>
        </p:txBody>
      </p:sp>
      <p:sp>
        <p:nvSpPr>
          <p:cNvPr id="6" name="Date Placeholder 5"/>
          <p:cNvSpPr>
            <a:spLocks noGrp="1"/>
          </p:cNvSpPr>
          <p:nvPr>
            <p:ph type="dt" sz="half" idx="10"/>
          </p:nvPr>
        </p:nvSpPr>
        <p:spPr/>
        <p:txBody>
          <a:bodyPr/>
          <a:lstStyle/>
          <a:p>
            <a:fld id="{957797CA-2C38-48FD-9482-617830B5BBD5}" type="datetime1">
              <a:rPr lang="nb-NO" smtClean="0"/>
              <a:t>14.09.2026</a:t>
            </a:fld>
            <a:endParaRPr lang="en-US"/>
          </a:p>
        </p:txBody>
      </p:sp>
      <p:sp>
        <p:nvSpPr>
          <p:cNvPr id="5" name="Footer Placeholder 4"/>
          <p:cNvSpPr>
            <a:spLocks noGrp="1"/>
          </p:cNvSpPr>
          <p:nvPr>
            <p:ph type="ftr" sz="quarter" idx="11"/>
          </p:nvPr>
        </p:nvSpPr>
        <p:spPr/>
        <p:txBody>
          <a:bodyPr/>
          <a:lstStyle/>
          <a:p>
            <a:r>
              <a:rPr lang="vi-VN"/>
              <a:t>Chương 5 Mô hình hóa hệ thống</a:t>
            </a:r>
          </a:p>
        </p:txBody>
      </p:sp>
      <p:sp>
        <p:nvSpPr>
          <p:cNvPr id="4" name="Slide Number Placeholder 3"/>
          <p:cNvSpPr>
            <a:spLocks noGrp="1"/>
          </p:cNvSpPr>
          <p:nvPr>
            <p:ph type="sldNum" sz="quarter" idx="12"/>
          </p:nvPr>
        </p:nvSpPr>
        <p:spPr/>
        <p:txBody>
          <a:bodyPr/>
          <a:lstStyle/>
          <a:p>
            <a:fld id="{DEC9DA09-039A-A841-BA90-58CFCFBF8E01}" type="slidenum">
              <a:rPr lang="en-US" smtClean="0"/>
              <a:pPr/>
              <a:t>29</a:t>
            </a:fld>
            <a:endParaRPr lang="en-US"/>
          </a:p>
        </p:txBody>
      </p:sp>
      <p:pic>
        <p:nvPicPr>
          <p:cNvPr id="6146" name="Picture 2" descr="Class Diagram Example">
            <a:extLst>
              <a:ext uri="{FF2B5EF4-FFF2-40B4-BE49-F238E27FC236}">
                <a16:creationId xmlns:a16="http://schemas.microsoft.com/office/drawing/2014/main" id="{59DD73A1-662E-331A-30AC-DFD7CB9DAD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2699" y="1311443"/>
            <a:ext cx="9229725" cy="49650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89104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Sơ đồ lớp</a:t>
            </a:r>
            <a:endParaRPr lang="en-US" dirty="0"/>
          </a:p>
        </p:txBody>
      </p:sp>
      <p:sp>
        <p:nvSpPr>
          <p:cNvPr id="3" name="Content Placeholder 2"/>
          <p:cNvSpPr>
            <a:spLocks noGrp="1"/>
          </p:cNvSpPr>
          <p:nvPr>
            <p:ph idx="1"/>
          </p:nvPr>
        </p:nvSpPr>
        <p:spPr/>
        <p:txBody>
          <a:bodyPr/>
          <a:lstStyle/>
          <a:p>
            <a:r>
              <a:rPr lang="vi-VN" i="1" dirty="0"/>
              <a:t>Lớp</a:t>
            </a:r>
          </a:p>
          <a:p>
            <a:r>
              <a:rPr lang="vi-VN" i="1" dirty="0"/>
              <a:t>Thuộc tính</a:t>
            </a:r>
          </a:p>
          <a:p>
            <a:r>
              <a:rPr lang="vi-VN" i="1" dirty="0"/>
              <a:t>Phương thức</a:t>
            </a:r>
          </a:p>
        </p:txBody>
      </p:sp>
      <p:sp>
        <p:nvSpPr>
          <p:cNvPr id="6" name="Date Placeholder 5"/>
          <p:cNvSpPr>
            <a:spLocks noGrp="1"/>
          </p:cNvSpPr>
          <p:nvPr>
            <p:ph type="dt" sz="half" idx="10"/>
          </p:nvPr>
        </p:nvSpPr>
        <p:spPr/>
        <p:txBody>
          <a:bodyPr/>
          <a:lstStyle/>
          <a:p>
            <a:fld id="{359322DE-D4E0-466A-BE1B-4F194D07DA2D}" type="datetime1">
              <a:rPr lang="nb-NO" smtClean="0"/>
              <a:t>14.09.2026</a:t>
            </a:fld>
            <a:endParaRPr lang="en-US"/>
          </a:p>
        </p:txBody>
      </p:sp>
      <p:sp>
        <p:nvSpPr>
          <p:cNvPr id="5" name="Footer Placeholder 4"/>
          <p:cNvSpPr>
            <a:spLocks noGrp="1"/>
          </p:cNvSpPr>
          <p:nvPr>
            <p:ph type="ftr" sz="quarter" idx="11"/>
          </p:nvPr>
        </p:nvSpPr>
        <p:spPr/>
        <p:txBody>
          <a:bodyPr/>
          <a:lstStyle/>
          <a:p>
            <a:r>
              <a:rPr lang="vi-VN"/>
              <a:t>Chương 5 Mô hình hóa hệ thống</a:t>
            </a:r>
          </a:p>
        </p:txBody>
      </p:sp>
      <p:sp>
        <p:nvSpPr>
          <p:cNvPr id="4" name="Slide Number Placeholder 3"/>
          <p:cNvSpPr>
            <a:spLocks noGrp="1"/>
          </p:cNvSpPr>
          <p:nvPr>
            <p:ph type="sldNum" sz="quarter" idx="12"/>
          </p:nvPr>
        </p:nvSpPr>
        <p:spPr/>
        <p:txBody>
          <a:bodyPr/>
          <a:lstStyle/>
          <a:p>
            <a:fld id="{DEC9DA09-039A-A841-BA90-58CFCFBF8E01}" type="slidenum">
              <a:rPr lang="en-US" smtClean="0"/>
              <a:pPr/>
              <a:t>30</a:t>
            </a:fld>
            <a:endParaRPr lang="en-US"/>
          </a:p>
        </p:txBody>
      </p:sp>
      <p:pic>
        <p:nvPicPr>
          <p:cNvPr id="6146" name="Picture 2" descr="Class Diagram Example">
            <a:extLst>
              <a:ext uri="{FF2B5EF4-FFF2-40B4-BE49-F238E27FC236}">
                <a16:creationId xmlns:a16="http://schemas.microsoft.com/office/drawing/2014/main" id="{59DD73A1-662E-331A-30AC-DFD7CB9DAD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2813" y="148532"/>
            <a:ext cx="4828819" cy="2597617"/>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descr="UML Class Diagram Example">
            <a:extLst>
              <a:ext uri="{FF2B5EF4-FFF2-40B4-BE49-F238E27FC236}">
                <a16:creationId xmlns:a16="http://schemas.microsoft.com/office/drawing/2014/main" id="{F32BA655-A0D8-1DA7-E0F4-4F90A0EC2F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7368" y="4020503"/>
            <a:ext cx="5190194" cy="1934527"/>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Visibilitiy Example (Attribute)">
            <a:extLst>
              <a:ext uri="{FF2B5EF4-FFF2-40B4-BE49-F238E27FC236}">
                <a16:creationId xmlns:a16="http://schemas.microsoft.com/office/drawing/2014/main" id="{3470B728-782F-AF44-0934-6E29C16A0A0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27402" y="3676656"/>
            <a:ext cx="3740468" cy="30328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08679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Sơ đồ lớp - Các quan hệ</a:t>
            </a:r>
          </a:p>
        </p:txBody>
      </p:sp>
      <p:sp>
        <p:nvSpPr>
          <p:cNvPr id="5" name="Footer Placeholder 4"/>
          <p:cNvSpPr>
            <a:spLocks noGrp="1"/>
          </p:cNvSpPr>
          <p:nvPr>
            <p:ph type="ftr" sz="quarter" idx="11"/>
          </p:nvPr>
        </p:nvSpPr>
        <p:spPr/>
        <p:txBody>
          <a:bodyPr/>
          <a:lstStyle/>
          <a:p>
            <a:r>
              <a:rPr lang="vi-VN"/>
              <a:t>Chương 5 Mô hình hóa hệ thống</a:t>
            </a:r>
          </a:p>
        </p:txBody>
      </p:sp>
      <p:sp>
        <p:nvSpPr>
          <p:cNvPr id="4" name="Slide Number Placeholder 3"/>
          <p:cNvSpPr>
            <a:spLocks noGrp="1"/>
          </p:cNvSpPr>
          <p:nvPr>
            <p:ph type="sldNum" sz="quarter" idx="12"/>
          </p:nvPr>
        </p:nvSpPr>
        <p:spPr/>
        <p:txBody>
          <a:bodyPr/>
          <a:lstStyle/>
          <a:p>
            <a:fld id="{DEC9DA09-039A-A841-BA90-58CFCFBF8E01}" type="slidenum">
              <a:rPr lang="en-US" smtClean="0"/>
              <a:pPr/>
              <a:t>31</a:t>
            </a:fld>
            <a:endParaRPr lang="en-US"/>
          </a:p>
        </p:txBody>
      </p:sp>
      <p:pic>
        <p:nvPicPr>
          <p:cNvPr id="6146" name="Picture 2" descr="Class Diagram Example">
            <a:extLst>
              <a:ext uri="{FF2B5EF4-FFF2-40B4-BE49-F238E27FC236}">
                <a16:creationId xmlns:a16="http://schemas.microsoft.com/office/drawing/2014/main" id="{59DD73A1-662E-331A-30AC-DFD7CB9DAD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2813" y="148532"/>
            <a:ext cx="4828819" cy="2597617"/>
          </a:xfrm>
          <a:prstGeom prst="rect">
            <a:avLst/>
          </a:prstGeom>
          <a:noFill/>
          <a:extLst>
            <a:ext uri="{909E8E84-426E-40DD-AFC4-6F175D3DCCD1}">
              <a14:hiddenFill xmlns:a14="http://schemas.microsoft.com/office/drawing/2010/main">
                <a:solidFill>
                  <a:srgbClr val="FFFFFF"/>
                </a:solidFill>
              </a14:hiddenFill>
            </a:ext>
          </a:extLst>
        </p:spPr>
      </p:pic>
      <p:pic>
        <p:nvPicPr>
          <p:cNvPr id="8194" name="Picture 2" descr="Undirectional Association Example">
            <a:extLst>
              <a:ext uri="{FF2B5EF4-FFF2-40B4-BE49-F238E27FC236}">
                <a16:creationId xmlns:a16="http://schemas.microsoft.com/office/drawing/2014/main" id="{F056BFE6-68F2-C5FB-6C64-EEF1C36AA8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4645" y="2198481"/>
            <a:ext cx="3627256" cy="492442"/>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Bidirectional Association Example">
            <a:extLst>
              <a:ext uri="{FF2B5EF4-FFF2-40B4-BE49-F238E27FC236}">
                <a16:creationId xmlns:a16="http://schemas.microsoft.com/office/drawing/2014/main" id="{D55D5377-7AF1-1194-436C-64C678BD07D2}"/>
              </a:ext>
            </a:extLst>
          </p:cNvPr>
          <p:cNvPicPr>
            <a:picLocks noGrp="1" noChangeAspect="1" noChangeArrowheads="1"/>
          </p:cNvPicPr>
          <p:nvPr>
            <p:ph idx="1"/>
          </p:nvPr>
        </p:nvPicPr>
        <p:blipFill>
          <a:blip r:embed="rId5">
            <a:extLst>
              <a:ext uri="{28A0092B-C50C-407E-A947-70E740481C1C}">
                <a14:useLocalDpi xmlns:a14="http://schemas.microsoft.com/office/drawing/2010/main" val="0"/>
              </a:ext>
            </a:extLst>
          </a:blip>
          <a:srcRect/>
          <a:stretch>
            <a:fillRect/>
          </a:stretch>
        </p:blipFill>
        <p:spPr bwMode="auto">
          <a:xfrm>
            <a:off x="1364645" y="3130073"/>
            <a:ext cx="3627256" cy="492442"/>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Multiplicity Example">
            <a:extLst>
              <a:ext uri="{FF2B5EF4-FFF2-40B4-BE49-F238E27FC236}">
                <a16:creationId xmlns:a16="http://schemas.microsoft.com/office/drawing/2014/main" id="{6710C652-10F8-19A2-072D-3894F4D7D1C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64645" y="4061665"/>
            <a:ext cx="5021468" cy="2353813"/>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a:extLst>
              <a:ext uri="{FF2B5EF4-FFF2-40B4-BE49-F238E27FC236}">
                <a16:creationId xmlns:a16="http://schemas.microsoft.com/office/drawing/2014/main" id="{DDB6456B-7CBD-7AEA-4F39-829B92F351EA}"/>
              </a:ext>
            </a:extLst>
          </p:cNvPr>
          <p:cNvSpPr>
            <a:spLocks noGrp="1"/>
          </p:cNvSpPr>
          <p:nvPr>
            <p:ph type="dt" sz="half" idx="10"/>
          </p:nvPr>
        </p:nvSpPr>
        <p:spPr/>
        <p:txBody>
          <a:bodyPr/>
          <a:lstStyle/>
          <a:p>
            <a:pPr>
              <a:defRPr/>
            </a:pPr>
            <a:fld id="{C82B8FFF-F86E-4D85-BA30-49025C94484A}" type="datetime1">
              <a:rPr lang="nb-NO" smtClean="0"/>
              <a:t>14.09.2026</a:t>
            </a:fld>
            <a:endParaRPr lang="en-US"/>
          </a:p>
        </p:txBody>
      </p:sp>
    </p:spTree>
    <p:extLst>
      <p:ext uri="{BB962C8B-B14F-4D97-AF65-F5344CB8AC3E}">
        <p14:creationId xmlns:p14="http://schemas.microsoft.com/office/powerpoint/2010/main" val="3005826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Sơ đồ lớp - Generalization (tổng quát hóa)</a:t>
            </a:r>
          </a:p>
        </p:txBody>
      </p:sp>
      <p:sp>
        <p:nvSpPr>
          <p:cNvPr id="5" name="Footer Placeholder 4"/>
          <p:cNvSpPr>
            <a:spLocks noGrp="1"/>
          </p:cNvSpPr>
          <p:nvPr>
            <p:ph type="ftr" sz="quarter" idx="11"/>
          </p:nvPr>
        </p:nvSpPr>
        <p:spPr/>
        <p:txBody>
          <a:bodyPr/>
          <a:lstStyle/>
          <a:p>
            <a:r>
              <a:rPr lang="vi-VN"/>
              <a:t>Chương 5 Mô hình hóa hệ thống</a:t>
            </a:r>
          </a:p>
        </p:txBody>
      </p:sp>
      <p:sp>
        <p:nvSpPr>
          <p:cNvPr id="4" name="Slide Number Placeholder 3"/>
          <p:cNvSpPr>
            <a:spLocks noGrp="1"/>
          </p:cNvSpPr>
          <p:nvPr>
            <p:ph type="sldNum" sz="quarter" idx="12"/>
          </p:nvPr>
        </p:nvSpPr>
        <p:spPr/>
        <p:txBody>
          <a:bodyPr/>
          <a:lstStyle/>
          <a:p>
            <a:fld id="{DEC9DA09-039A-A841-BA90-58CFCFBF8E01}" type="slidenum">
              <a:rPr lang="en-US" smtClean="0"/>
              <a:pPr/>
              <a:t>32</a:t>
            </a:fld>
            <a:endParaRPr lang="en-US"/>
          </a:p>
        </p:txBody>
      </p:sp>
      <p:pic>
        <p:nvPicPr>
          <p:cNvPr id="6146" name="Picture 2" descr="Class Diagram Example">
            <a:extLst>
              <a:ext uri="{FF2B5EF4-FFF2-40B4-BE49-F238E27FC236}">
                <a16:creationId xmlns:a16="http://schemas.microsoft.com/office/drawing/2014/main" id="{59DD73A1-662E-331A-30AC-DFD7CB9DAD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2813" y="148532"/>
            <a:ext cx="4828819" cy="2597617"/>
          </a:xfrm>
          <a:prstGeom prst="rect">
            <a:avLst/>
          </a:prstGeom>
          <a:noFill/>
          <a:extLst>
            <a:ext uri="{909E8E84-426E-40DD-AFC4-6F175D3DCCD1}">
              <a14:hiddenFill xmlns:a14="http://schemas.microsoft.com/office/drawing/2010/main">
                <a:solidFill>
                  <a:srgbClr val="FFFFFF"/>
                </a:solidFill>
              </a14:hiddenFill>
            </a:ext>
          </a:extLst>
        </p:spPr>
      </p:pic>
      <p:pic>
        <p:nvPicPr>
          <p:cNvPr id="10242" name="Picture 2" descr="UML Generalization Diagram Example">
            <a:extLst>
              <a:ext uri="{FF2B5EF4-FFF2-40B4-BE49-F238E27FC236}">
                <a16:creationId xmlns:a16="http://schemas.microsoft.com/office/drawing/2014/main" id="{2556873A-EF21-C31F-9206-5EC1D1FFAD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46020" y="1622108"/>
            <a:ext cx="3753850" cy="1669732"/>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Abstract Class and Method Example">
            <a:extLst>
              <a:ext uri="{FF2B5EF4-FFF2-40B4-BE49-F238E27FC236}">
                <a16:creationId xmlns:a16="http://schemas.microsoft.com/office/drawing/2014/main" id="{08220370-5243-478E-28D6-F7F45A4CA91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33560" y="3918686"/>
            <a:ext cx="5484568" cy="2329063"/>
          </a:xfrm>
          <a:prstGeom prst="rect">
            <a:avLst/>
          </a:prstGeom>
          <a:noFill/>
          <a:extLst>
            <a:ext uri="{909E8E84-426E-40DD-AFC4-6F175D3DCCD1}">
              <a14:hiddenFill xmlns:a14="http://schemas.microsoft.com/office/drawing/2010/main">
                <a:solidFill>
                  <a:srgbClr val="FFFFFF"/>
                </a:solidFill>
              </a14:hiddenFill>
            </a:ext>
          </a:extLst>
        </p:spPr>
      </p:pic>
      <p:sp>
        <p:nvSpPr>
          <p:cNvPr id="6" name="Date Placeholder 5">
            <a:extLst>
              <a:ext uri="{FF2B5EF4-FFF2-40B4-BE49-F238E27FC236}">
                <a16:creationId xmlns:a16="http://schemas.microsoft.com/office/drawing/2014/main" id="{35B24F4B-DFD3-B7EB-8C8E-E50050BCF195}"/>
              </a:ext>
            </a:extLst>
          </p:cNvPr>
          <p:cNvSpPr>
            <a:spLocks noGrp="1"/>
          </p:cNvSpPr>
          <p:nvPr>
            <p:ph type="dt" sz="half" idx="10"/>
          </p:nvPr>
        </p:nvSpPr>
        <p:spPr/>
        <p:txBody>
          <a:bodyPr/>
          <a:lstStyle/>
          <a:p>
            <a:pPr>
              <a:defRPr/>
            </a:pPr>
            <a:fld id="{4F6649B9-1DB5-48BE-B04B-8D18F6A9DCCA}" type="datetime1">
              <a:rPr lang="nb-NO" smtClean="0"/>
              <a:t>14.09.2026</a:t>
            </a:fld>
            <a:endParaRPr lang="en-US"/>
          </a:p>
        </p:txBody>
      </p:sp>
    </p:spTree>
    <p:extLst>
      <p:ext uri="{BB962C8B-B14F-4D97-AF65-F5344CB8AC3E}">
        <p14:creationId xmlns:p14="http://schemas.microsoft.com/office/powerpoint/2010/main" val="729836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Sơ đồ cơ sở dữ liệu so với sơ đồ lớp</a:t>
            </a:r>
            <a:endParaRPr lang="en-US" dirty="0"/>
          </a:p>
        </p:txBody>
      </p:sp>
      <p:sp>
        <p:nvSpPr>
          <p:cNvPr id="3" name="Content Placeholder 2"/>
          <p:cNvSpPr>
            <a:spLocks noGrp="1"/>
          </p:cNvSpPr>
          <p:nvPr>
            <p:ph idx="1"/>
          </p:nvPr>
        </p:nvSpPr>
        <p:spPr/>
        <p:txBody>
          <a:bodyPr>
            <a:normAutofit/>
          </a:bodyPr>
          <a:lstStyle/>
          <a:p>
            <a:pPr>
              <a:lnSpc>
                <a:spcPct val="150000"/>
              </a:lnSpc>
            </a:pPr>
            <a:r>
              <a:rPr lang="vi-VN" dirty="0"/>
              <a:t>Entity/Relation/Table so với lớp</a:t>
            </a:r>
          </a:p>
          <a:p>
            <a:pPr>
              <a:lnSpc>
                <a:spcPct val="150000"/>
              </a:lnSpc>
            </a:pPr>
            <a:r>
              <a:rPr lang="vi-VN" dirty="0"/>
              <a:t>Quan hệ Entity/Relation/Table so với quan hệ giữa các lớp</a:t>
            </a:r>
          </a:p>
          <a:p>
            <a:pPr>
              <a:lnSpc>
                <a:spcPct val="150000"/>
              </a:lnSpc>
            </a:pPr>
            <a:r>
              <a:rPr lang="vi-VN" dirty="0"/>
              <a:t>Khi nào và vì sao cần</a:t>
            </a:r>
          </a:p>
          <a:p>
            <a:pPr lvl="1">
              <a:lnSpc>
                <a:spcPct val="150000"/>
              </a:lnSpc>
            </a:pPr>
            <a:r>
              <a:rPr lang="vi-VN" dirty="0"/>
              <a:t>Chỉ cơ sở dữ liệu</a:t>
            </a:r>
          </a:p>
          <a:p>
            <a:pPr lvl="1">
              <a:lnSpc>
                <a:spcPct val="150000"/>
              </a:lnSpc>
            </a:pPr>
            <a:r>
              <a:rPr lang="vi-VN" dirty="0"/>
              <a:t>Chỉ các lớp</a:t>
            </a:r>
          </a:p>
          <a:p>
            <a:pPr lvl="1">
              <a:lnSpc>
                <a:spcPct val="150000"/>
              </a:lnSpc>
            </a:pPr>
            <a:r>
              <a:rPr lang="vi-VN" dirty="0"/>
              <a:t>Cả hai</a:t>
            </a:r>
          </a:p>
        </p:txBody>
      </p:sp>
      <p:sp>
        <p:nvSpPr>
          <p:cNvPr id="4" name="Date Placeholder 3"/>
          <p:cNvSpPr>
            <a:spLocks noGrp="1"/>
          </p:cNvSpPr>
          <p:nvPr>
            <p:ph type="dt" sz="half" idx="10"/>
          </p:nvPr>
        </p:nvSpPr>
        <p:spPr/>
        <p:txBody>
          <a:bodyPr/>
          <a:lstStyle/>
          <a:p>
            <a:fld id="{6E654F80-0E53-4561-A480-8FC4B6AE4315}" type="datetime1">
              <a:rPr lang="nb-NO" smtClean="0"/>
              <a:t>14.09.2026</a:t>
            </a:fld>
            <a:endParaRPr lang="en-US"/>
          </a:p>
        </p:txBody>
      </p:sp>
      <p:sp>
        <p:nvSpPr>
          <p:cNvPr id="5" name="Footer Placeholder 4"/>
          <p:cNvSpPr>
            <a:spLocks noGrp="1"/>
          </p:cNvSpPr>
          <p:nvPr>
            <p:ph type="ftr" sz="quarter" idx="11"/>
          </p:nvPr>
        </p:nvSpPr>
        <p:spPr/>
        <p:txBody>
          <a:bodyPr/>
          <a:lstStyle/>
          <a:p>
            <a:r>
              <a:rPr lang="vi-VN"/>
              <a:t>Chương 5 Mô hình hóa hệ thống</a:t>
            </a:r>
          </a:p>
        </p:txBody>
      </p:sp>
      <p:sp>
        <p:nvSpPr>
          <p:cNvPr id="6" name="Slide Number Placeholder 5"/>
          <p:cNvSpPr>
            <a:spLocks noGrp="1"/>
          </p:cNvSpPr>
          <p:nvPr>
            <p:ph type="sldNum" sz="quarter" idx="12"/>
          </p:nvPr>
        </p:nvSpPr>
        <p:spPr/>
        <p:txBody>
          <a:bodyPr/>
          <a:lstStyle/>
          <a:p>
            <a:fld id="{DEC9DA09-039A-A841-BA90-58CFCFBF8E01}" type="slidenum">
              <a:rPr lang="en-US" smtClean="0"/>
              <a:pPr/>
              <a:t>33</a:t>
            </a:fld>
            <a:endParaRPr lang="en-US"/>
          </a:p>
        </p:txBody>
      </p:sp>
    </p:spTree>
    <p:extLst>
      <p:ext uri="{BB962C8B-B14F-4D97-AF65-F5344CB8AC3E}">
        <p14:creationId xmlns:p14="http://schemas.microsoft.com/office/powerpoint/2010/main" val="26016653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góc nhìn hành vi</a:t>
            </a:r>
            <a:endParaRPr lang="en-US" dirty="0"/>
          </a:p>
        </p:txBody>
      </p:sp>
      <p:sp>
        <p:nvSpPr>
          <p:cNvPr id="11" name="Text Placeholder 10"/>
          <p:cNvSpPr>
            <a:spLocks noGrp="1"/>
          </p:cNvSpPr>
          <p:nvPr>
            <p:ph type="body" idx="1"/>
          </p:nvPr>
        </p:nvSpPr>
        <p:spPr/>
        <p:txBody>
          <a:bodyPr/>
          <a:lstStyle/>
          <a:p>
            <a:endParaRPr lang="en-US"/>
          </a:p>
        </p:txBody>
      </p:sp>
      <p:sp>
        <p:nvSpPr>
          <p:cNvPr id="4" name="Date Placeholder 3"/>
          <p:cNvSpPr>
            <a:spLocks noGrp="1"/>
          </p:cNvSpPr>
          <p:nvPr>
            <p:ph type="dt" sz="half" idx="10"/>
          </p:nvPr>
        </p:nvSpPr>
        <p:spPr/>
        <p:txBody>
          <a:bodyPr/>
          <a:lstStyle/>
          <a:p>
            <a:fld id="{4A99EB60-82BE-4E23-9ED8-6279814C796D}" type="datetime1">
              <a:rPr lang="nb-NO" smtClean="0"/>
              <a:t>14.09.2026</a:t>
            </a:fld>
            <a:endParaRPr lang="en-US"/>
          </a:p>
        </p:txBody>
      </p:sp>
      <p:sp>
        <p:nvSpPr>
          <p:cNvPr id="5" name="Footer Placeholder 4"/>
          <p:cNvSpPr>
            <a:spLocks noGrp="1"/>
          </p:cNvSpPr>
          <p:nvPr>
            <p:ph type="ftr" sz="quarter" idx="11"/>
          </p:nvPr>
        </p:nvSpPr>
        <p:spPr/>
        <p:txBody>
          <a:bodyPr/>
          <a:lstStyle/>
          <a:p>
            <a:r>
              <a:rPr lang="vi-VN"/>
              <a:t>Chương 5 Mô hình hóa hệ thống</a:t>
            </a:r>
          </a:p>
        </p:txBody>
      </p:sp>
      <p:sp>
        <p:nvSpPr>
          <p:cNvPr id="6" name="Slide Number Placeholder 5"/>
          <p:cNvSpPr>
            <a:spLocks noGrp="1"/>
          </p:cNvSpPr>
          <p:nvPr>
            <p:ph type="sldNum" sz="quarter" idx="12"/>
          </p:nvPr>
        </p:nvSpPr>
        <p:spPr/>
        <p:txBody>
          <a:bodyPr/>
          <a:lstStyle/>
          <a:p>
            <a:fld id="{50F2F7EC-46EB-964D-B691-B03AC1106FC0}" type="slidenum">
              <a:rPr lang="en-US" smtClean="0"/>
              <a:pPr/>
              <a:t>34</a:t>
            </a:fld>
            <a:endParaRPr lang="en-US"/>
          </a:p>
        </p:txBody>
      </p:sp>
    </p:spTree>
    <p:extLst>
      <p:ext uri="{BB962C8B-B14F-4D97-AF65-F5344CB8AC3E}">
        <p14:creationId xmlns:p14="http://schemas.microsoft.com/office/powerpoint/2010/main" val="24440240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Mô hình hành vi</a:t>
            </a:r>
            <a:endParaRPr lang="en-US" dirty="0"/>
          </a:p>
        </p:txBody>
      </p:sp>
      <p:sp>
        <p:nvSpPr>
          <p:cNvPr id="3" name="Content Placeholder 2"/>
          <p:cNvSpPr>
            <a:spLocks noGrp="1"/>
          </p:cNvSpPr>
          <p:nvPr>
            <p:ph idx="1"/>
          </p:nvPr>
        </p:nvSpPr>
        <p:spPr/>
        <p:txBody>
          <a:bodyPr>
            <a:normAutofit fontScale="85000" lnSpcReduction="20000"/>
          </a:bodyPr>
          <a:lstStyle/>
          <a:p>
            <a:pPr>
              <a:lnSpc>
                <a:spcPct val="150000"/>
              </a:lnSpc>
            </a:pPr>
            <a:r>
              <a:rPr lang="vi-VN" dirty="0"/>
              <a:t>Mô hình hành vi là các mô hình về hành vi động của hệ thống khi đang thực thi. </a:t>
            </a:r>
          </a:p>
          <a:p>
            <a:pPr lvl="1">
              <a:lnSpc>
                <a:spcPct val="150000"/>
              </a:lnSpc>
            </a:pPr>
            <a:r>
              <a:rPr lang="vi-VN" dirty="0"/>
              <a:t>Chúng cho thấy điều gì xảy ra, hoặc được cho là sẽ xảy ra, khi hệ thống phản ứng với một kích thích từ môi trường. </a:t>
            </a:r>
          </a:p>
          <a:p>
            <a:pPr>
              <a:lnSpc>
                <a:spcPct val="150000"/>
              </a:lnSpc>
            </a:pPr>
            <a:r>
              <a:rPr lang="vi-VN" dirty="0"/>
              <a:t>Các kích thích:</a:t>
            </a:r>
            <a:endParaRPr lang="en-GB" dirty="0"/>
          </a:p>
          <a:p>
            <a:pPr lvl="1">
              <a:lnSpc>
                <a:spcPct val="150000"/>
              </a:lnSpc>
            </a:pPr>
            <a:r>
              <a:rPr lang="vi-VN" b="1" dirty="0"/>
              <a:t>Dữ liệu: Có dữ liệu đến và hệ thống phải xử lý.</a:t>
            </a:r>
            <a:endParaRPr lang="en-GB" dirty="0"/>
          </a:p>
          <a:p>
            <a:pPr lvl="1">
              <a:lnSpc>
                <a:spcPct val="150000"/>
              </a:lnSpc>
            </a:pPr>
            <a:r>
              <a:rPr lang="vi-VN" b="1" dirty="0"/>
              <a:t>Sự kiện: Có một sự kiện xảy ra kích hoạt việc xử lý của hệ thống. Sự kiện có thể đi kèm dữ liệu, nhưng không phải lúc nào cũng vậy.</a:t>
            </a:r>
            <a:endParaRPr lang="en-GB" dirty="0"/>
          </a:p>
          <a:p>
            <a:pPr>
              <a:lnSpc>
                <a:spcPct val="150000"/>
              </a:lnSpc>
            </a:pPr>
            <a:endParaRPr lang="en-US" dirty="0"/>
          </a:p>
        </p:txBody>
      </p:sp>
      <p:sp>
        <p:nvSpPr>
          <p:cNvPr id="6" name="Date Placeholder 5"/>
          <p:cNvSpPr>
            <a:spLocks noGrp="1"/>
          </p:cNvSpPr>
          <p:nvPr>
            <p:ph type="dt" sz="half" idx="10"/>
          </p:nvPr>
        </p:nvSpPr>
        <p:spPr/>
        <p:txBody>
          <a:bodyPr/>
          <a:lstStyle/>
          <a:p>
            <a:fld id="{FAE45D7F-C53B-49D0-9E3D-D560C3EFC84A}" type="datetime1">
              <a:rPr lang="nb-NO" smtClean="0"/>
              <a:t>14.09.2026</a:t>
            </a:fld>
            <a:endParaRPr lang="en-US"/>
          </a:p>
        </p:txBody>
      </p:sp>
      <p:sp>
        <p:nvSpPr>
          <p:cNvPr id="5" name="Footer Placeholder 4"/>
          <p:cNvSpPr>
            <a:spLocks noGrp="1"/>
          </p:cNvSpPr>
          <p:nvPr>
            <p:ph type="ftr" sz="quarter" idx="11"/>
          </p:nvPr>
        </p:nvSpPr>
        <p:spPr/>
        <p:txBody>
          <a:bodyPr/>
          <a:lstStyle/>
          <a:p>
            <a:r>
              <a:rPr lang="vi-VN"/>
              <a:t>Chương 5 Mô hình hóa hệ thống</a:t>
            </a:r>
          </a:p>
        </p:txBody>
      </p:sp>
      <p:sp>
        <p:nvSpPr>
          <p:cNvPr id="4" name="Slide Number Placeholder 3"/>
          <p:cNvSpPr>
            <a:spLocks noGrp="1"/>
          </p:cNvSpPr>
          <p:nvPr>
            <p:ph type="sldNum" sz="quarter" idx="12"/>
          </p:nvPr>
        </p:nvSpPr>
        <p:spPr/>
        <p:txBody>
          <a:bodyPr/>
          <a:lstStyle/>
          <a:p>
            <a:fld id="{DEC9DA09-039A-A841-BA90-58CFCFBF8E01}" type="slidenum">
              <a:rPr lang="en-US" smtClean="0"/>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Mô hình hóa hướng dữ liệu</a:t>
            </a:r>
            <a:endParaRPr lang="en-US" dirty="0"/>
          </a:p>
        </p:txBody>
      </p:sp>
      <p:sp>
        <p:nvSpPr>
          <p:cNvPr id="3" name="Content Placeholder 2"/>
          <p:cNvSpPr>
            <a:spLocks noGrp="1"/>
          </p:cNvSpPr>
          <p:nvPr>
            <p:ph idx="1"/>
          </p:nvPr>
        </p:nvSpPr>
        <p:spPr/>
        <p:txBody>
          <a:bodyPr/>
          <a:lstStyle/>
          <a:p>
            <a:pPr lvl="3"/>
            <a:r>
              <a:rPr lang="vi-VN" dirty="0"/>
              <a:t>Nhiều hệ thống nghiệp vụ là hệ thống xử lý dữ liệu, chủ yếu được điều khiển bởi dữ liệu. Chúng được điều khiển bởi dữ liệu đầu vào, với rất ít xử lý sự kiện bên ngoài. </a:t>
            </a:r>
          </a:p>
          <a:p>
            <a:pPr>
              <a:lnSpc>
                <a:spcPct val="150000"/>
              </a:lnSpc>
            </a:pPr>
            <a:r>
              <a:rPr lang="vi-VN" dirty="0"/>
              <a:t>Mô hình hướng dữ liệu thể hiện trình tự các hành động trong việc xử lý dữ liệu đầu vào và tạo ra đầu ra tương ứng. </a:t>
            </a:r>
          </a:p>
          <a:p>
            <a:pPr>
              <a:lnSpc>
                <a:spcPct val="150000"/>
              </a:lnSpc>
            </a:pPr>
            <a:r>
              <a:rPr lang="vi-VN" dirty="0"/>
              <a:t>Sơ đồ luồng dữ liệu (DFD) ?</a:t>
            </a:r>
          </a:p>
          <a:p>
            <a:pPr lvl="1">
              <a:lnSpc>
                <a:spcPct val="150000"/>
              </a:lnSpc>
            </a:pPr>
            <a:r>
              <a:rPr lang="vi-VN" dirty="0"/>
              <a:t>Không thuộc UML</a:t>
            </a:r>
          </a:p>
        </p:txBody>
      </p:sp>
      <p:sp>
        <p:nvSpPr>
          <p:cNvPr id="6" name="Date Placeholder 5"/>
          <p:cNvSpPr>
            <a:spLocks noGrp="1"/>
          </p:cNvSpPr>
          <p:nvPr>
            <p:ph type="dt" sz="half" idx="10"/>
          </p:nvPr>
        </p:nvSpPr>
        <p:spPr/>
        <p:txBody>
          <a:bodyPr/>
          <a:lstStyle/>
          <a:p>
            <a:fld id="{75A99BB0-E0E0-47D5-95A6-D7E79200DF22}" type="datetime1">
              <a:rPr lang="nb-NO" smtClean="0"/>
              <a:t>14.09.2026</a:t>
            </a:fld>
            <a:endParaRPr lang="en-US"/>
          </a:p>
        </p:txBody>
      </p:sp>
      <p:sp>
        <p:nvSpPr>
          <p:cNvPr id="5" name="Footer Placeholder 4"/>
          <p:cNvSpPr>
            <a:spLocks noGrp="1"/>
          </p:cNvSpPr>
          <p:nvPr>
            <p:ph type="ftr" sz="quarter" idx="11"/>
          </p:nvPr>
        </p:nvSpPr>
        <p:spPr/>
        <p:txBody>
          <a:bodyPr/>
          <a:lstStyle/>
          <a:p>
            <a:r>
              <a:rPr lang="vi-VN"/>
              <a:t>Chương 5 Mô hình hóa hệ thống</a:t>
            </a:r>
          </a:p>
        </p:txBody>
      </p:sp>
      <p:sp>
        <p:nvSpPr>
          <p:cNvPr id="4" name="Slide Number Placeholder 3"/>
          <p:cNvSpPr>
            <a:spLocks noGrp="1"/>
          </p:cNvSpPr>
          <p:nvPr>
            <p:ph type="sldNum" sz="quarter" idx="12"/>
          </p:nvPr>
        </p:nvSpPr>
        <p:spPr/>
        <p:txBody>
          <a:bodyPr/>
          <a:lstStyle/>
          <a:p>
            <a:fld id="{DEC9DA09-039A-A841-BA90-58CFCFBF8E01}" type="slidenum">
              <a:rPr lang="en-US" smtClean="0"/>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vi-VN"/>
              <a:t>Mô hình hoạt động của bơm insulin </a:t>
            </a:r>
            <a:endParaRPr lang="en-US" dirty="0"/>
          </a:p>
        </p:txBody>
      </p:sp>
      <p:sp>
        <p:nvSpPr>
          <p:cNvPr id="2" name="Date Placeholder 1"/>
          <p:cNvSpPr>
            <a:spLocks noGrp="1"/>
          </p:cNvSpPr>
          <p:nvPr>
            <p:ph type="dt" sz="half" idx="10"/>
          </p:nvPr>
        </p:nvSpPr>
        <p:spPr/>
        <p:txBody>
          <a:bodyPr/>
          <a:lstStyle/>
          <a:p>
            <a:fld id="{83BDDE2F-382A-4B6F-AB3F-0F8AF05AB0DA}" type="datetime1">
              <a:rPr lang="nb-NO" smtClean="0"/>
              <a:t>14.09.2026</a:t>
            </a:fld>
            <a:endParaRPr lang="en-US"/>
          </a:p>
        </p:txBody>
      </p:sp>
      <p:sp>
        <p:nvSpPr>
          <p:cNvPr id="6" name="Footer Placeholder 5"/>
          <p:cNvSpPr>
            <a:spLocks noGrp="1"/>
          </p:cNvSpPr>
          <p:nvPr>
            <p:ph type="ftr" sz="quarter" idx="11"/>
          </p:nvPr>
        </p:nvSpPr>
        <p:spPr/>
        <p:txBody>
          <a:bodyPr/>
          <a:lstStyle/>
          <a:p>
            <a:r>
              <a:rPr lang="vi-VN"/>
              <a:t>Chương 5 Mô hình hóa hệ thống</a:t>
            </a:r>
          </a:p>
        </p:txBody>
      </p:sp>
      <p:sp>
        <p:nvSpPr>
          <p:cNvPr id="5" name="Slide Number Placeholder 4"/>
          <p:cNvSpPr>
            <a:spLocks noGrp="1"/>
          </p:cNvSpPr>
          <p:nvPr>
            <p:ph type="sldNum" sz="quarter" idx="12"/>
          </p:nvPr>
        </p:nvSpPr>
        <p:spPr/>
        <p:txBody>
          <a:bodyPr/>
          <a:lstStyle/>
          <a:p>
            <a:fld id="{964AD586-7C25-0244-A129-E014CC0A164A}" type="slidenum">
              <a:rPr lang="en-US" smtClean="0"/>
              <a:pPr/>
              <a:t>37</a:t>
            </a:fld>
            <a:endParaRPr lang="en-US"/>
          </a:p>
        </p:txBody>
      </p:sp>
      <p:pic>
        <p:nvPicPr>
          <p:cNvPr id="4" name="Picture 3" descr="5.14 PumpDFD.eps"/>
          <p:cNvPicPr>
            <a:picLocks noChangeAspect="1"/>
          </p:cNvPicPr>
          <p:nvPr/>
        </p:nvPicPr>
        <p:blipFill>
          <a:blip r:embed="rId3"/>
          <a:stretch>
            <a:fillRect/>
          </a:stretch>
        </p:blipFill>
        <p:spPr>
          <a:xfrm>
            <a:off x="1739906" y="2355850"/>
            <a:ext cx="8928094" cy="3040904"/>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vi-VN"/>
              <a:t>Xử lý đơn hàng – một cách khác để biểu diễn hành vi </a:t>
            </a:r>
            <a:endParaRPr lang="en-US" dirty="0"/>
          </a:p>
        </p:txBody>
      </p:sp>
      <p:sp>
        <p:nvSpPr>
          <p:cNvPr id="2" name="Date Placeholder 1"/>
          <p:cNvSpPr>
            <a:spLocks noGrp="1"/>
          </p:cNvSpPr>
          <p:nvPr>
            <p:ph type="dt" sz="half" idx="10"/>
          </p:nvPr>
        </p:nvSpPr>
        <p:spPr/>
        <p:txBody>
          <a:bodyPr/>
          <a:lstStyle/>
          <a:p>
            <a:fld id="{290B3879-7226-461E-9637-364B9B7CC6BE}" type="datetime1">
              <a:rPr lang="nb-NO" smtClean="0"/>
              <a:t>14.09.2026</a:t>
            </a:fld>
            <a:endParaRPr lang="en-US"/>
          </a:p>
        </p:txBody>
      </p:sp>
      <p:sp>
        <p:nvSpPr>
          <p:cNvPr id="6" name="Footer Placeholder 5"/>
          <p:cNvSpPr>
            <a:spLocks noGrp="1"/>
          </p:cNvSpPr>
          <p:nvPr>
            <p:ph type="ftr" sz="quarter" idx="11"/>
          </p:nvPr>
        </p:nvSpPr>
        <p:spPr/>
        <p:txBody>
          <a:bodyPr/>
          <a:lstStyle/>
          <a:p>
            <a:r>
              <a:rPr lang="vi-VN"/>
              <a:t>Chương 5 Mô hình hóa hệ thống</a:t>
            </a:r>
          </a:p>
        </p:txBody>
      </p:sp>
      <p:sp>
        <p:nvSpPr>
          <p:cNvPr id="5" name="Slide Number Placeholder 4"/>
          <p:cNvSpPr>
            <a:spLocks noGrp="1"/>
          </p:cNvSpPr>
          <p:nvPr>
            <p:ph type="sldNum" sz="quarter" idx="12"/>
          </p:nvPr>
        </p:nvSpPr>
        <p:spPr/>
        <p:txBody>
          <a:bodyPr/>
          <a:lstStyle/>
          <a:p>
            <a:fld id="{964AD586-7C25-0244-A129-E014CC0A164A}" type="slidenum">
              <a:rPr lang="en-US" smtClean="0"/>
              <a:pPr/>
              <a:t>38</a:t>
            </a:fld>
            <a:endParaRPr lang="en-US"/>
          </a:p>
        </p:txBody>
      </p:sp>
      <p:pic>
        <p:nvPicPr>
          <p:cNvPr id="4" name="Picture 3" descr="5.15 OrderSeq.eps"/>
          <p:cNvPicPr>
            <a:picLocks noChangeAspect="1"/>
          </p:cNvPicPr>
          <p:nvPr/>
        </p:nvPicPr>
        <p:blipFill>
          <a:blip r:embed="rId3"/>
          <a:stretch>
            <a:fillRect/>
          </a:stretch>
        </p:blipFill>
        <p:spPr>
          <a:xfrm>
            <a:off x="1981201" y="1709737"/>
            <a:ext cx="8383693" cy="5548032"/>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Mô hình hóa hướng sự kiện</a:t>
            </a:r>
            <a:endParaRPr lang="en-US" dirty="0"/>
          </a:p>
        </p:txBody>
      </p:sp>
      <p:sp>
        <p:nvSpPr>
          <p:cNvPr id="5" name="Content Placeholder 4"/>
          <p:cNvSpPr>
            <a:spLocks noGrp="1"/>
          </p:cNvSpPr>
          <p:nvPr>
            <p:ph idx="1"/>
          </p:nvPr>
        </p:nvSpPr>
        <p:spPr/>
        <p:txBody>
          <a:bodyPr/>
          <a:lstStyle/>
          <a:p>
            <a:pPr lvl="2">
              <a:lnSpc>
                <a:spcPct val="150000"/>
              </a:lnSpc>
            </a:pPr>
            <a:r>
              <a:rPr lang="vi-VN" dirty="0"/>
              <a:t>Các hệ thống thời gian thực thường hướng sự kiện, với rất ít xử lý dữ liệu. Ví dụ, hệ thống tổng đài điện thoại cố định phản hồi các sự kiện như ‘nhấc ống nghe’ bằng cách phát tín hiệu mời gọi. </a:t>
            </a:r>
            <a:endParaRPr lang="en-US" dirty="0"/>
          </a:p>
          <a:p>
            <a:pPr>
              <a:lnSpc>
                <a:spcPct val="150000"/>
              </a:lnSpc>
            </a:pPr>
            <a:r>
              <a:rPr lang="vi-VN" dirty="0"/>
              <a:t>Mô hình hóa hướng sự kiện cho thấy hệ thống phản ứng thế nào với các sự kiện bên ngoài và bên trong. </a:t>
            </a:r>
          </a:p>
          <a:p>
            <a:pPr lvl="2">
              <a:lnSpc>
                <a:spcPct val="150000"/>
              </a:lnSpc>
            </a:pPr>
            <a:r>
              <a:rPr lang="vi-VN" dirty="0"/>
              <a:t>Mô hình này dựa trên giả định rằng hệ thống có số trạng thái hữu hạn và các sự kiện (kích thích) có thể gây ra việc chuyển từ trạng thái này sang trạng thái khác. </a:t>
            </a:r>
          </a:p>
        </p:txBody>
      </p:sp>
      <p:sp>
        <p:nvSpPr>
          <p:cNvPr id="6" name="Date Placeholder 5"/>
          <p:cNvSpPr>
            <a:spLocks noGrp="1"/>
          </p:cNvSpPr>
          <p:nvPr>
            <p:ph type="dt" sz="half" idx="10"/>
          </p:nvPr>
        </p:nvSpPr>
        <p:spPr/>
        <p:txBody>
          <a:bodyPr/>
          <a:lstStyle/>
          <a:p>
            <a:fld id="{5A0B56C0-71F2-45E3-8480-7E7981B7340C}" type="datetime1">
              <a:rPr lang="nb-NO" smtClean="0"/>
              <a:t>14.09.2026</a:t>
            </a:fld>
            <a:endParaRPr lang="en-US"/>
          </a:p>
        </p:txBody>
      </p:sp>
      <p:sp>
        <p:nvSpPr>
          <p:cNvPr id="3" name="Footer Placeholder 2"/>
          <p:cNvSpPr>
            <a:spLocks noGrp="1"/>
          </p:cNvSpPr>
          <p:nvPr>
            <p:ph type="ftr" sz="quarter" idx="11"/>
          </p:nvPr>
        </p:nvSpPr>
        <p:spPr/>
        <p:txBody>
          <a:bodyPr/>
          <a:lstStyle/>
          <a:p>
            <a:r>
              <a:rPr lang="vi-VN"/>
              <a:t>Chương 5 Mô hình hóa hệ thống</a:t>
            </a:r>
          </a:p>
        </p:txBody>
      </p:sp>
      <p:sp>
        <p:nvSpPr>
          <p:cNvPr id="4" name="Slide Number Placeholder 3"/>
          <p:cNvSpPr>
            <a:spLocks noGrp="1"/>
          </p:cNvSpPr>
          <p:nvPr>
            <p:ph type="sldNum" sz="quarter" idx="12"/>
          </p:nvPr>
        </p:nvSpPr>
        <p:spPr/>
        <p:txBody>
          <a:bodyPr/>
          <a:lstStyle/>
          <a:p>
            <a:fld id="{964AD586-7C25-0244-A129-E014CC0A164A}" type="slidenum">
              <a:rPr lang="en-US" smtClean="0"/>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vi-VN"/>
              <a:t>Sơ đồ trạng thái của lò vi sóng </a:t>
            </a:r>
            <a:endParaRPr lang="en-US" dirty="0"/>
          </a:p>
        </p:txBody>
      </p:sp>
      <p:sp>
        <p:nvSpPr>
          <p:cNvPr id="2" name="Date Placeholder 1"/>
          <p:cNvSpPr>
            <a:spLocks noGrp="1"/>
          </p:cNvSpPr>
          <p:nvPr>
            <p:ph type="dt" sz="half" idx="10"/>
          </p:nvPr>
        </p:nvSpPr>
        <p:spPr/>
        <p:txBody>
          <a:bodyPr/>
          <a:lstStyle/>
          <a:p>
            <a:fld id="{88BBB51D-0679-4933-BAAC-D30C861858BC}" type="datetime1">
              <a:rPr lang="nb-NO" smtClean="0"/>
              <a:t>14.09.2026</a:t>
            </a:fld>
            <a:endParaRPr lang="en-US"/>
          </a:p>
        </p:txBody>
      </p:sp>
      <p:sp>
        <p:nvSpPr>
          <p:cNvPr id="6" name="Footer Placeholder 5"/>
          <p:cNvSpPr>
            <a:spLocks noGrp="1"/>
          </p:cNvSpPr>
          <p:nvPr>
            <p:ph type="ftr" sz="quarter" idx="11"/>
          </p:nvPr>
        </p:nvSpPr>
        <p:spPr/>
        <p:txBody>
          <a:bodyPr/>
          <a:lstStyle/>
          <a:p>
            <a:r>
              <a:rPr lang="vi-VN"/>
              <a:t>Chương 5 Mô hình hóa hệ thống</a:t>
            </a:r>
          </a:p>
        </p:txBody>
      </p:sp>
      <p:sp>
        <p:nvSpPr>
          <p:cNvPr id="5" name="Slide Number Placeholder 4"/>
          <p:cNvSpPr>
            <a:spLocks noGrp="1"/>
          </p:cNvSpPr>
          <p:nvPr>
            <p:ph type="sldNum" sz="quarter" idx="12"/>
          </p:nvPr>
        </p:nvSpPr>
        <p:spPr/>
        <p:txBody>
          <a:bodyPr/>
          <a:lstStyle/>
          <a:p>
            <a:fld id="{964AD586-7C25-0244-A129-E014CC0A164A}" type="slidenum">
              <a:rPr lang="en-US" smtClean="0"/>
              <a:pPr/>
              <a:t>40</a:t>
            </a:fld>
            <a:endParaRPr lang="en-US"/>
          </a:p>
        </p:txBody>
      </p:sp>
      <p:pic>
        <p:nvPicPr>
          <p:cNvPr id="4" name="Picture 3" descr="5.16 MWOvenStateDiag.eps"/>
          <p:cNvPicPr>
            <a:picLocks noChangeAspect="1"/>
          </p:cNvPicPr>
          <p:nvPr/>
        </p:nvPicPr>
        <p:blipFill>
          <a:blip r:embed="rId3"/>
          <a:stretch>
            <a:fillRect/>
          </a:stretch>
        </p:blipFill>
        <p:spPr>
          <a:xfrm>
            <a:off x="1702866" y="1326776"/>
            <a:ext cx="8832562" cy="5366124"/>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vi-VN"/>
              <a:t>Hoạt động của lò vi sóng </a:t>
            </a:r>
            <a:endParaRPr lang="en-US" dirty="0"/>
          </a:p>
        </p:txBody>
      </p:sp>
      <p:sp>
        <p:nvSpPr>
          <p:cNvPr id="3" name="Content Placeholder 2"/>
          <p:cNvSpPr>
            <a:spLocks noGrp="1"/>
          </p:cNvSpPr>
          <p:nvPr>
            <p:ph idx="1"/>
          </p:nvPr>
        </p:nvSpPr>
        <p:spPr>
          <a:xfrm>
            <a:off x="2292096" y="1075766"/>
            <a:ext cx="8090154" cy="5233595"/>
          </a:xfrm>
        </p:spPr>
        <p:txBody>
          <a:bodyPr/>
          <a:lstStyle/>
          <a:p>
            <a:pPr lvl="1"/>
            <a:r>
              <a:rPr lang="vi-VN" dirty="0" err="1"/>
              <a:t>Superstate bao gói nhiều trạng thái riêng lẻ. </a:t>
            </a:r>
          </a:p>
          <a:p>
            <a:pPr lvl="2"/>
            <a:r>
              <a:rPr lang="vi-VN" dirty="0"/>
              <a:t>trông như một trạng thái duy nhất trên mô hình mức cao </a:t>
            </a:r>
          </a:p>
          <a:p>
            <a:pPr lvl="2"/>
            <a:r>
              <a:rPr lang="vi-VN" dirty="0"/>
              <a:t>được mở rộng để thể hiện chi tiết hơn trên một sơ đồ riêng.</a:t>
            </a:r>
          </a:p>
        </p:txBody>
      </p:sp>
      <p:sp>
        <p:nvSpPr>
          <p:cNvPr id="2" name="Date Placeholder 1"/>
          <p:cNvSpPr>
            <a:spLocks noGrp="1"/>
          </p:cNvSpPr>
          <p:nvPr>
            <p:ph type="dt" sz="half" idx="10"/>
          </p:nvPr>
        </p:nvSpPr>
        <p:spPr/>
        <p:txBody>
          <a:bodyPr/>
          <a:lstStyle/>
          <a:p>
            <a:fld id="{554A2667-687A-47C6-B4EA-CA63104B1313}" type="datetime1">
              <a:rPr lang="nb-NO" smtClean="0"/>
              <a:t>14.09.2026</a:t>
            </a:fld>
            <a:endParaRPr lang="en-US"/>
          </a:p>
        </p:txBody>
      </p:sp>
      <p:sp>
        <p:nvSpPr>
          <p:cNvPr id="6" name="Footer Placeholder 5"/>
          <p:cNvSpPr>
            <a:spLocks noGrp="1"/>
          </p:cNvSpPr>
          <p:nvPr>
            <p:ph type="ftr" sz="quarter" idx="11"/>
          </p:nvPr>
        </p:nvSpPr>
        <p:spPr/>
        <p:txBody>
          <a:bodyPr/>
          <a:lstStyle/>
          <a:p>
            <a:r>
              <a:rPr lang="vi-VN"/>
              <a:t>Chương 5 Mô hình hóa hệ thống</a:t>
            </a:r>
          </a:p>
        </p:txBody>
      </p:sp>
      <p:sp>
        <p:nvSpPr>
          <p:cNvPr id="5" name="Slide Number Placeholder 4"/>
          <p:cNvSpPr>
            <a:spLocks noGrp="1"/>
          </p:cNvSpPr>
          <p:nvPr>
            <p:ph type="sldNum" sz="quarter" idx="12"/>
          </p:nvPr>
        </p:nvSpPr>
        <p:spPr/>
        <p:txBody>
          <a:bodyPr/>
          <a:lstStyle/>
          <a:p>
            <a:fld id="{964AD586-7C25-0244-A129-E014CC0A164A}" type="slidenum">
              <a:rPr lang="en-US" smtClean="0"/>
              <a:pPr/>
              <a:t>41</a:t>
            </a:fld>
            <a:endParaRPr lang="en-US"/>
          </a:p>
        </p:txBody>
      </p:sp>
      <p:pic>
        <p:nvPicPr>
          <p:cNvPr id="4" name="Picture 3" descr="5.18 Operate-state-mc.eps"/>
          <p:cNvPicPr>
            <a:picLocks noChangeAspect="1"/>
          </p:cNvPicPr>
          <p:nvPr/>
        </p:nvPicPr>
        <p:blipFill>
          <a:blip r:embed="rId3"/>
          <a:stretch>
            <a:fillRect/>
          </a:stretch>
        </p:blipFill>
        <p:spPr>
          <a:xfrm>
            <a:off x="3859876" y="2822578"/>
            <a:ext cx="4862947" cy="3908709"/>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vi-VN"/>
              <a:t>Các trạng thái và kích thích của lò vi sóng </a:t>
            </a:r>
            <a:endParaRPr lang="en-US" dirty="0"/>
          </a:p>
        </p:txBody>
      </p:sp>
      <p:sp>
        <p:nvSpPr>
          <p:cNvPr id="2" name="Date Placeholder 1"/>
          <p:cNvSpPr>
            <a:spLocks noGrp="1"/>
          </p:cNvSpPr>
          <p:nvPr>
            <p:ph type="dt" sz="half" idx="10"/>
          </p:nvPr>
        </p:nvSpPr>
        <p:spPr/>
        <p:txBody>
          <a:bodyPr/>
          <a:lstStyle/>
          <a:p>
            <a:fld id="{942C4D36-7A2E-42C1-9AC7-00B0638A6F9B}" type="datetime1">
              <a:rPr lang="nb-NO" smtClean="0"/>
              <a:t>14.09.2026</a:t>
            </a:fld>
            <a:endParaRPr lang="en-US"/>
          </a:p>
        </p:txBody>
      </p:sp>
      <p:sp>
        <p:nvSpPr>
          <p:cNvPr id="5" name="Footer Placeholder 4"/>
          <p:cNvSpPr>
            <a:spLocks noGrp="1"/>
          </p:cNvSpPr>
          <p:nvPr>
            <p:ph type="ftr" sz="quarter" idx="11"/>
          </p:nvPr>
        </p:nvSpPr>
        <p:spPr/>
        <p:txBody>
          <a:bodyPr/>
          <a:lstStyle/>
          <a:p>
            <a:r>
              <a:rPr lang="vi-VN"/>
              <a:t>Chương 5 Mô hình hóa hệ thống</a:t>
            </a:r>
          </a:p>
        </p:txBody>
      </p:sp>
      <p:sp>
        <p:nvSpPr>
          <p:cNvPr id="4" name="Slide Number Placeholder 3"/>
          <p:cNvSpPr>
            <a:spLocks noGrp="1"/>
          </p:cNvSpPr>
          <p:nvPr>
            <p:ph type="sldNum" sz="quarter" idx="12"/>
          </p:nvPr>
        </p:nvSpPr>
        <p:spPr/>
        <p:txBody>
          <a:bodyPr/>
          <a:lstStyle/>
          <a:p>
            <a:fld id="{964AD586-7C25-0244-A129-E014CC0A164A}" type="slidenum">
              <a:rPr lang="en-US" smtClean="0"/>
              <a:pPr/>
              <a:t>42</a:t>
            </a:fld>
            <a:endParaRPr lang="en-US"/>
          </a:p>
        </p:txBody>
      </p:sp>
      <p:graphicFrame>
        <p:nvGraphicFramePr>
          <p:cNvPr id="3" name="Table 2"/>
          <p:cNvGraphicFramePr>
            <a:graphicFrameLocks noGrp="1"/>
          </p:cNvGraphicFramePr>
          <p:nvPr>
            <p:extLst>
              <p:ext uri="{D42A27DB-BD31-4B8C-83A1-F6EECF244321}">
                <p14:modId xmlns:p14="http://schemas.microsoft.com/office/powerpoint/2010/main" val="2679896730"/>
              </p:ext>
            </p:extLst>
          </p:nvPr>
        </p:nvGraphicFramePr>
        <p:xfrm>
          <a:off x="1955800" y="1354565"/>
          <a:ext cx="8089900" cy="4680585"/>
        </p:xfrm>
        <a:graphic>
          <a:graphicData uri="http://schemas.openxmlformats.org/drawingml/2006/table">
            <a:tbl>
              <a:tblPr firstRow="1" bandRow="1">
                <a:tableStyleId>{72833802-FEF1-4C79-8D5D-14CF1EAF98D9}</a:tableStyleId>
              </a:tblPr>
              <a:tblGrid>
                <a:gridCol w="1816100">
                  <a:extLst>
                    <a:ext uri="{9D8B030D-6E8A-4147-A177-3AD203B41FA5}">
                      <a16:colId xmlns:a16="http://schemas.microsoft.com/office/drawing/2014/main" val="20000"/>
                    </a:ext>
                  </a:extLst>
                </a:gridCol>
                <a:gridCol w="6273800">
                  <a:extLst>
                    <a:ext uri="{9D8B030D-6E8A-4147-A177-3AD203B41FA5}">
                      <a16:colId xmlns:a16="http://schemas.microsoft.com/office/drawing/2014/main" val="20001"/>
                    </a:ext>
                  </a:extLst>
                </a:gridCol>
              </a:tblGrid>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vi-VN" sz="1550" u="none" strike="noStrike" cap="none" normalizeH="0" baseline="0" dirty="0">
                          <a:ln>
                            <a:noFill/>
                          </a:ln>
                          <a:effectLst/>
                        </a:rPr>
                        <a:t>Trạng thái</a:t>
                      </a:r>
                      <a:endParaRPr kumimoji="0" lang="en-GB" sz="1550" b="1" i="0" u="none" strike="noStrike" cap="none" normalizeH="0" baseline="0" dirty="0">
                        <a:ln>
                          <a:noFill/>
                        </a:ln>
                        <a:solidFill>
                          <a:srgbClr val="000000"/>
                        </a:solidFill>
                        <a:effectLst/>
                        <a:latin typeface="Arial" charset="0"/>
                        <a:ea typeface="Times New Roman" charset="0"/>
                      </a:endParaRPr>
                    </a:p>
                  </a:txBody>
                  <a:tcPr marL="54610" marR="54610" marT="91440" marB="91440" anchor="ctr"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vi-VN" sz="1550" u="none" strike="noStrike" cap="none" normalizeH="0" baseline="0" dirty="0">
                          <a:ln>
                            <a:noFill/>
                          </a:ln>
                          <a:effectLst/>
                        </a:rPr>
                        <a:t>Mô tả</a:t>
                      </a:r>
                      <a:endParaRPr kumimoji="0" lang="en-GB" sz="1550" b="1" i="0" u="none" strike="noStrike" cap="none" normalizeH="0" baseline="0" dirty="0">
                        <a:ln>
                          <a:noFill/>
                        </a:ln>
                        <a:solidFill>
                          <a:srgbClr val="000000"/>
                        </a:solidFill>
                        <a:effectLst/>
                        <a:latin typeface="Arial" charset="0"/>
                        <a:ea typeface="Times New Roman" charset="0"/>
                      </a:endParaRPr>
                    </a:p>
                  </a:txBody>
                  <a:tcPr marL="54610" marR="54610" marT="91440" marB="91440" anchor="ctr" horzOverflow="overflow"/>
                </a:tc>
                <a:extLst>
                  <a:ext uri="{0D108BD9-81ED-4DB2-BD59-A6C34878D82A}">
                    <a16:rowId xmlns:a16="http://schemas.microsoft.com/office/drawing/2014/main" val="10000"/>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vi-VN" sz="1550" u="none" strike="noStrike" cap="none" normalizeH="0" baseline="0" dirty="0">
                          <a:ln>
                            <a:noFill/>
                          </a:ln>
                          <a:effectLst/>
                        </a:rPr>
                        <a:t>Waiting (Chờ)</a:t>
                      </a:r>
                      <a:endParaRPr kumimoji="0" lang="en-GB" sz="1550" b="0" i="0" u="none" strike="noStrike" cap="none" normalizeH="0" baseline="0" dirty="0">
                        <a:ln>
                          <a:noFill/>
                        </a:ln>
                        <a:solidFill>
                          <a:srgbClr val="000000"/>
                        </a:solidFill>
                        <a:effectLst/>
                        <a:latin typeface="Arial" charset="0"/>
                        <a:ea typeface="Times New Roman" charset="0"/>
                      </a:endParaRPr>
                    </a:p>
                  </a:txBody>
                  <a:tcPr marL="54610" marR="54610" marT="0" marB="91440" anchor="ctr"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vi-VN" sz="1550" u="none" strike="noStrike" cap="none" normalizeH="0" baseline="0" dirty="0">
                          <a:ln>
                            <a:noFill/>
                          </a:ln>
                          <a:effectLst/>
                        </a:rPr>
                        <a:t>Lò đang chờ đầu vào. Màn hình hiển thị giờ hiện tại.</a:t>
                      </a:r>
                      <a:endParaRPr kumimoji="0" lang="en-GB" sz="1550" b="0" i="0" u="none" strike="noStrike" cap="none" normalizeH="0" baseline="0" dirty="0">
                        <a:ln>
                          <a:noFill/>
                        </a:ln>
                        <a:solidFill>
                          <a:srgbClr val="000000"/>
                        </a:solidFill>
                        <a:effectLst/>
                        <a:latin typeface="Arial" charset="0"/>
                        <a:ea typeface="Times New Roman" charset="0"/>
                      </a:endParaRPr>
                    </a:p>
                  </a:txBody>
                  <a:tcPr marL="54610" marR="54610" marT="0" marB="91440" anchor="ctr" horzOverflow="overflow"/>
                </a:tc>
                <a:extLst>
                  <a:ext uri="{0D108BD9-81ED-4DB2-BD59-A6C34878D82A}">
                    <a16:rowId xmlns:a16="http://schemas.microsoft.com/office/drawing/2014/main" val="10001"/>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vi-VN" sz="1550" u="none" strike="noStrike" cap="none" normalizeH="0" baseline="0">
                          <a:ln>
                            <a:noFill/>
                          </a:ln>
                          <a:effectLst/>
                        </a:rPr>
                        <a:t>Half power (Nửa công suất)</a:t>
                      </a:r>
                      <a:endParaRPr kumimoji="0" lang="en-GB" sz="1550" b="0" i="0" u="none" strike="noStrike" cap="none" normalizeH="0" baseline="0">
                        <a:ln>
                          <a:noFill/>
                        </a:ln>
                        <a:solidFill>
                          <a:srgbClr val="000000"/>
                        </a:solidFill>
                        <a:effectLst/>
                        <a:latin typeface="Arial" charset="0"/>
                        <a:ea typeface="Times New Roman" charset="0"/>
                      </a:endParaRPr>
                    </a:p>
                  </a:txBody>
                  <a:tcPr marL="54610" marR="54610" marT="0" marB="91440" anchor="ctr"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vi-VN" sz="1550" u="none" strike="noStrike" cap="none" normalizeH="0" baseline="0">
                          <a:ln>
                            <a:noFill/>
                          </a:ln>
                          <a:effectLst/>
                        </a:rPr>
                        <a:t>Công suất lò được đặt ở 300 watt. Màn hình hiển thị ‘Half power’.</a:t>
                      </a:r>
                      <a:endParaRPr kumimoji="0" lang="en-GB" sz="1550" b="0" i="0" u="none" strike="noStrike" cap="none" normalizeH="0" baseline="0">
                        <a:ln>
                          <a:noFill/>
                        </a:ln>
                        <a:solidFill>
                          <a:srgbClr val="000000"/>
                        </a:solidFill>
                        <a:effectLst/>
                        <a:latin typeface="Arial" charset="0"/>
                        <a:ea typeface="Times New Roman" charset="0"/>
                      </a:endParaRPr>
                    </a:p>
                  </a:txBody>
                  <a:tcPr marL="54610" marR="54610" marT="0" marB="91440" anchor="ctr" horzOverflow="overflow"/>
                </a:tc>
                <a:extLst>
                  <a:ext uri="{0D108BD9-81ED-4DB2-BD59-A6C34878D82A}">
                    <a16:rowId xmlns:a16="http://schemas.microsoft.com/office/drawing/2014/main" val="10002"/>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vi-VN" sz="1550" u="none" strike="noStrike" cap="none" normalizeH="0" baseline="0">
                          <a:ln>
                            <a:noFill/>
                          </a:ln>
                          <a:effectLst/>
                        </a:rPr>
                        <a:t>Full power (Toàn công suất)</a:t>
                      </a:r>
                      <a:endParaRPr kumimoji="0" lang="en-GB" sz="1550" b="0" i="0" u="none" strike="noStrike" cap="none" normalizeH="0" baseline="0">
                        <a:ln>
                          <a:noFill/>
                        </a:ln>
                        <a:solidFill>
                          <a:srgbClr val="000000"/>
                        </a:solidFill>
                        <a:effectLst/>
                        <a:latin typeface="Arial" charset="0"/>
                        <a:ea typeface="Times New Roman" charset="0"/>
                      </a:endParaRPr>
                    </a:p>
                  </a:txBody>
                  <a:tcPr marL="54610" marR="54610" marT="0" marB="91440" anchor="ctr"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vi-VN" sz="1550" u="none" strike="noStrike" cap="none" normalizeH="0" baseline="0" dirty="0">
                          <a:ln>
                            <a:noFill/>
                          </a:ln>
                          <a:effectLst/>
                        </a:rPr>
                        <a:t>Công suất lò được đặt ở 600 watt. Màn hình hiển thị ‘Full power’.</a:t>
                      </a:r>
                      <a:endParaRPr kumimoji="0" lang="en-GB" sz="1550" b="0" i="0" u="none" strike="noStrike" cap="none" normalizeH="0" baseline="0" dirty="0">
                        <a:ln>
                          <a:noFill/>
                        </a:ln>
                        <a:solidFill>
                          <a:srgbClr val="000000"/>
                        </a:solidFill>
                        <a:effectLst/>
                        <a:latin typeface="Arial" charset="0"/>
                        <a:ea typeface="Times New Roman" charset="0"/>
                      </a:endParaRPr>
                    </a:p>
                  </a:txBody>
                  <a:tcPr marL="54610" marR="54610" marT="0" marB="91440" anchor="ctr" horzOverflow="overflow"/>
                </a:tc>
                <a:extLst>
                  <a:ext uri="{0D108BD9-81ED-4DB2-BD59-A6C34878D82A}">
                    <a16:rowId xmlns:a16="http://schemas.microsoft.com/office/drawing/2014/main" val="10003"/>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vi-VN" sz="1550" u="none" strike="noStrike" cap="none" normalizeH="0" baseline="0">
                          <a:ln>
                            <a:noFill/>
                          </a:ln>
                          <a:effectLst/>
                        </a:rPr>
                        <a:t>Set time (Đặt giờ)</a:t>
                      </a:r>
                      <a:endParaRPr kumimoji="0" lang="en-GB" sz="1550" b="0" i="0" u="none" strike="noStrike" cap="none" normalizeH="0" baseline="0">
                        <a:ln>
                          <a:noFill/>
                        </a:ln>
                        <a:solidFill>
                          <a:srgbClr val="000000"/>
                        </a:solidFill>
                        <a:effectLst/>
                        <a:latin typeface="Arial" charset="0"/>
                        <a:ea typeface="Times New Roman" charset="0"/>
                      </a:endParaRPr>
                    </a:p>
                  </a:txBody>
                  <a:tcPr marL="54610" marR="54610" marT="0" marB="91440" anchor="ctr"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vi-VN" sz="1550" u="none" strike="noStrike" cap="none" normalizeH="0" baseline="0" dirty="0">
                          <a:ln>
                            <a:noFill/>
                          </a:ln>
                          <a:effectLst/>
                        </a:rPr>
                        <a:t>Thời gian nấu được đặt theo giá trị người dùng nhập. Màn hình hiển thị thời gian nấu đã chọn và được cập nhật khi đặt giờ.</a:t>
                      </a:r>
                      <a:endParaRPr kumimoji="0" lang="en-GB" sz="1550" b="0" i="0" u="none" strike="noStrike" cap="none" normalizeH="0" baseline="0" dirty="0">
                        <a:ln>
                          <a:noFill/>
                        </a:ln>
                        <a:solidFill>
                          <a:srgbClr val="000000"/>
                        </a:solidFill>
                        <a:effectLst/>
                        <a:latin typeface="Arial" charset="0"/>
                        <a:ea typeface="Times New Roman" charset="0"/>
                      </a:endParaRPr>
                    </a:p>
                  </a:txBody>
                  <a:tcPr marL="54610" marR="54610" marT="0" marB="91440" anchor="ctr" horzOverflow="overflow"/>
                </a:tc>
                <a:extLst>
                  <a:ext uri="{0D108BD9-81ED-4DB2-BD59-A6C34878D82A}">
                    <a16:rowId xmlns:a16="http://schemas.microsoft.com/office/drawing/2014/main" val="10004"/>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vi-VN" sz="1550" u="none" strike="noStrike" cap="none" normalizeH="0" baseline="0">
                          <a:ln>
                            <a:noFill/>
                          </a:ln>
                          <a:effectLst/>
                        </a:rPr>
                        <a:t>Disabled (Vô hiệu)</a:t>
                      </a:r>
                      <a:endParaRPr kumimoji="0" lang="en-GB" sz="1550" b="0" i="0" u="none" strike="noStrike" cap="none" normalizeH="0" baseline="0">
                        <a:ln>
                          <a:noFill/>
                        </a:ln>
                        <a:solidFill>
                          <a:srgbClr val="000000"/>
                        </a:solidFill>
                        <a:effectLst/>
                        <a:latin typeface="Arial" charset="0"/>
                        <a:ea typeface="Times New Roman" charset="0"/>
                      </a:endParaRPr>
                    </a:p>
                  </a:txBody>
                  <a:tcPr marL="54610" marR="54610" marT="0" marB="91440" anchor="ctr"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vi-VN" sz="1550" u="none" strike="noStrike" cap="none" normalizeH="0" baseline="0" dirty="0">
                          <a:ln>
                            <a:noFill/>
                          </a:ln>
                          <a:effectLst/>
                        </a:rPr>
                        <a:t>Hoạt động của lò bị vô hiệu hóa vì an toàn. Đèn trong lò bật. Màn hình hiển thị ‘Not ready’.</a:t>
                      </a:r>
                      <a:endParaRPr kumimoji="0" lang="en-GB" sz="1550" b="0" i="0" u="none" strike="noStrike" cap="none" normalizeH="0" baseline="0" dirty="0">
                        <a:ln>
                          <a:noFill/>
                        </a:ln>
                        <a:solidFill>
                          <a:srgbClr val="000000"/>
                        </a:solidFill>
                        <a:effectLst/>
                        <a:latin typeface="Arial" charset="0"/>
                        <a:ea typeface="Times New Roman" charset="0"/>
                      </a:endParaRPr>
                    </a:p>
                  </a:txBody>
                  <a:tcPr marL="54610" marR="54610" marT="0" marB="91440" anchor="ctr" horzOverflow="overflow"/>
                </a:tc>
                <a:extLst>
                  <a:ext uri="{0D108BD9-81ED-4DB2-BD59-A6C34878D82A}">
                    <a16:rowId xmlns:a16="http://schemas.microsoft.com/office/drawing/2014/main" val="10005"/>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vi-VN" sz="1550" u="none" strike="noStrike" cap="none" normalizeH="0" baseline="0">
                          <a:ln>
                            <a:noFill/>
                          </a:ln>
                          <a:effectLst/>
                        </a:rPr>
                        <a:t>Enabled (Cho phép)</a:t>
                      </a:r>
                      <a:endParaRPr kumimoji="0" lang="en-GB" sz="1550" b="0" i="0" u="none" strike="noStrike" cap="none" normalizeH="0" baseline="0">
                        <a:ln>
                          <a:noFill/>
                        </a:ln>
                        <a:solidFill>
                          <a:srgbClr val="000000"/>
                        </a:solidFill>
                        <a:effectLst/>
                        <a:latin typeface="Arial" charset="0"/>
                        <a:ea typeface="Times New Roman" charset="0"/>
                      </a:endParaRPr>
                    </a:p>
                  </a:txBody>
                  <a:tcPr marL="54610" marR="54610" marT="0" marB="91440" anchor="ctr"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vi-VN" sz="1550" u="none" strike="noStrike" cap="none" normalizeH="0" baseline="0">
                          <a:ln>
                            <a:noFill/>
                          </a:ln>
                          <a:effectLst/>
                        </a:rPr>
                        <a:t>Hoạt động của lò được cho phép. Đèn trong lò tắt. Màn hình hiển thị ‘Ready to cook’.</a:t>
                      </a:r>
                      <a:endParaRPr kumimoji="0" lang="en-GB" sz="1550" b="0" i="0" u="none" strike="noStrike" cap="none" normalizeH="0" baseline="0">
                        <a:ln>
                          <a:noFill/>
                        </a:ln>
                        <a:solidFill>
                          <a:srgbClr val="000000"/>
                        </a:solidFill>
                        <a:effectLst/>
                        <a:latin typeface="Arial" charset="0"/>
                        <a:ea typeface="Times New Roman" charset="0"/>
                      </a:endParaRPr>
                    </a:p>
                  </a:txBody>
                  <a:tcPr marL="54610" marR="54610" marT="0" marB="91440" anchor="ctr" horzOverflow="overflow"/>
                </a:tc>
                <a:extLst>
                  <a:ext uri="{0D108BD9-81ED-4DB2-BD59-A6C34878D82A}">
                    <a16:rowId xmlns:a16="http://schemas.microsoft.com/office/drawing/2014/main" val="10006"/>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vi-VN" sz="1550" u="none" strike="noStrike" cap="none" normalizeH="0" baseline="0">
                          <a:ln>
                            <a:noFill/>
                          </a:ln>
                          <a:effectLst/>
                        </a:rPr>
                        <a:t>Operation (Vận hành)</a:t>
                      </a:r>
                      <a:endParaRPr kumimoji="0" lang="en-GB" sz="1550" b="0" i="0" u="none" strike="noStrike" cap="none" normalizeH="0" baseline="0">
                        <a:ln>
                          <a:noFill/>
                        </a:ln>
                        <a:solidFill>
                          <a:srgbClr val="000000"/>
                        </a:solidFill>
                        <a:effectLst/>
                        <a:latin typeface="Arial" charset="0"/>
                        <a:ea typeface="Times New Roman" charset="0"/>
                      </a:endParaRPr>
                    </a:p>
                  </a:txBody>
                  <a:tcPr marL="54610" marR="54610" marT="0" marB="91440" anchor="ctr"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vi-VN" sz="1550" u="none" strike="noStrike" cap="none" normalizeH="0" baseline="0" dirty="0">
                          <a:ln>
                            <a:noFill/>
                          </a:ln>
                          <a:effectLst/>
                        </a:rPr>
                        <a:t>Lò đang vận hành. Đèn trong lò bật. Màn hình hiển thị đồng hồ đếm ngược. Khi nấu xong, còi kêu trong năm giây. Đèn lò bật. Màn hình hiển thị ‘Cooking complete’ trong lúc còi kêu.</a:t>
                      </a:r>
                      <a:endParaRPr kumimoji="0" lang="en-GB" sz="1550" b="0" i="0" u="none" strike="noStrike" cap="none" normalizeH="0" baseline="0" dirty="0">
                        <a:ln>
                          <a:noFill/>
                        </a:ln>
                        <a:solidFill>
                          <a:srgbClr val="000000"/>
                        </a:solidFill>
                        <a:effectLst/>
                        <a:latin typeface="Arial" charset="0"/>
                        <a:ea typeface="Times New Roman" charset="0"/>
                      </a:endParaRPr>
                    </a:p>
                  </a:txBody>
                  <a:tcPr marL="54610" marR="54610" marT="0" marB="91440" anchor="ctr" horzOverflow="overflow"/>
                </a:tc>
                <a:extLst>
                  <a:ext uri="{0D108BD9-81ED-4DB2-BD59-A6C34878D82A}">
                    <a16:rowId xmlns:a16="http://schemas.microsoft.com/office/drawing/2014/main" val="10007"/>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vi-VN" dirty="0"/>
              <a:t>Các trạng thái và kích thích của lò vi sóng (tiếp) </a:t>
            </a:r>
          </a:p>
        </p:txBody>
      </p:sp>
      <p:sp>
        <p:nvSpPr>
          <p:cNvPr id="2" name="Date Placeholder 1"/>
          <p:cNvSpPr>
            <a:spLocks noGrp="1"/>
          </p:cNvSpPr>
          <p:nvPr>
            <p:ph type="dt" sz="half" idx="10"/>
          </p:nvPr>
        </p:nvSpPr>
        <p:spPr/>
        <p:txBody>
          <a:bodyPr/>
          <a:lstStyle/>
          <a:p>
            <a:fld id="{6D421AA0-BACE-45E0-B3C4-B9AEB058CE42}" type="datetime1">
              <a:rPr lang="nb-NO" smtClean="0"/>
              <a:t>14.09.2026</a:t>
            </a:fld>
            <a:endParaRPr lang="en-US"/>
          </a:p>
        </p:txBody>
      </p:sp>
      <p:sp>
        <p:nvSpPr>
          <p:cNvPr id="5" name="Footer Placeholder 4"/>
          <p:cNvSpPr>
            <a:spLocks noGrp="1"/>
          </p:cNvSpPr>
          <p:nvPr>
            <p:ph type="ftr" sz="quarter" idx="11"/>
          </p:nvPr>
        </p:nvSpPr>
        <p:spPr/>
        <p:txBody>
          <a:bodyPr/>
          <a:lstStyle/>
          <a:p>
            <a:r>
              <a:rPr lang="vi-VN"/>
              <a:t>Chương 5 Mô hình hóa hệ thống</a:t>
            </a:r>
          </a:p>
        </p:txBody>
      </p:sp>
      <p:sp>
        <p:nvSpPr>
          <p:cNvPr id="4" name="Slide Number Placeholder 3"/>
          <p:cNvSpPr>
            <a:spLocks noGrp="1"/>
          </p:cNvSpPr>
          <p:nvPr>
            <p:ph type="sldNum" sz="quarter" idx="12"/>
          </p:nvPr>
        </p:nvSpPr>
        <p:spPr/>
        <p:txBody>
          <a:bodyPr/>
          <a:lstStyle/>
          <a:p>
            <a:fld id="{964AD586-7C25-0244-A129-E014CC0A164A}" type="slidenum">
              <a:rPr lang="en-US" smtClean="0"/>
              <a:pPr/>
              <a:t>43</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1522777089"/>
              </p:ext>
            </p:extLst>
          </p:nvPr>
        </p:nvGraphicFramePr>
        <p:xfrm>
          <a:off x="2115671" y="1544524"/>
          <a:ext cx="8104094" cy="4290528"/>
        </p:xfrm>
        <a:graphic>
          <a:graphicData uri="http://schemas.openxmlformats.org/drawingml/2006/table">
            <a:tbl>
              <a:tblPr/>
              <a:tblGrid>
                <a:gridCol w="2357260">
                  <a:extLst>
                    <a:ext uri="{9D8B030D-6E8A-4147-A177-3AD203B41FA5}">
                      <a16:colId xmlns:a16="http://schemas.microsoft.com/office/drawing/2014/main" val="20000"/>
                    </a:ext>
                  </a:extLst>
                </a:gridCol>
                <a:gridCol w="5746834">
                  <a:extLst>
                    <a:ext uri="{9D8B030D-6E8A-4147-A177-3AD203B41FA5}">
                      <a16:colId xmlns:a16="http://schemas.microsoft.com/office/drawing/2014/main" val="20001"/>
                    </a:ext>
                  </a:extLst>
                </a:gridCol>
              </a:tblGrid>
              <a:tr h="486868">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vi-VN" sz="1800" b="1" i="0" u="none" strike="noStrike" cap="none" normalizeH="0" baseline="0" dirty="0">
                          <a:ln>
                            <a:noFill/>
                          </a:ln>
                          <a:solidFill>
                            <a:srgbClr val="000000"/>
                          </a:solidFill>
                          <a:effectLst/>
                          <a:latin typeface="Arial" charset="0"/>
                          <a:ea typeface="Times New Roman" charset="0"/>
                        </a:rPr>
                        <a:t>Kích thích</a:t>
                      </a:r>
                    </a:p>
                  </a:txBody>
                  <a:tcPr marL="54610" marR="54610" marT="9144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vi-VN" sz="1800" b="1" i="0" u="none" strike="noStrike" cap="none" normalizeH="0" baseline="0" dirty="0">
                          <a:ln>
                            <a:noFill/>
                          </a:ln>
                          <a:solidFill>
                            <a:srgbClr val="000000"/>
                          </a:solidFill>
                          <a:effectLst/>
                          <a:latin typeface="Arial" charset="0"/>
                          <a:ea typeface="Times New Roman" charset="0"/>
                        </a:rPr>
                        <a:t>Mô tả</a:t>
                      </a:r>
                    </a:p>
                  </a:txBody>
                  <a:tcPr marL="54610" marR="54610" marT="9144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554248">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vi-VN" sz="1800" b="0" i="0" u="none" strike="noStrike" cap="none" normalizeH="0" baseline="0" dirty="0">
                          <a:ln>
                            <a:noFill/>
                          </a:ln>
                          <a:solidFill>
                            <a:srgbClr val="000000"/>
                          </a:solidFill>
                          <a:effectLst/>
                          <a:latin typeface="Arial" charset="0"/>
                          <a:ea typeface="Times New Roman" charset="0"/>
                        </a:rPr>
                        <a:t>Half power (Nửa công suất) </a:t>
                      </a:r>
                    </a:p>
                  </a:txBody>
                  <a:tcPr marL="54610" marR="54610" marT="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vi-VN" sz="1800" b="0" i="0" u="none" strike="noStrike" cap="none" normalizeH="0" baseline="0" dirty="0">
                          <a:ln>
                            <a:noFill/>
                          </a:ln>
                          <a:solidFill>
                            <a:srgbClr val="000000"/>
                          </a:solidFill>
                          <a:effectLst/>
                          <a:latin typeface="Arial" charset="0"/>
                          <a:ea typeface="Times New Roman" charset="0"/>
                        </a:rPr>
                        <a:t>Người dùng đã nhấn nút nửa công suất.</a:t>
                      </a:r>
                    </a:p>
                  </a:txBody>
                  <a:tcPr marL="54610" marR="54610" marT="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449194">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vi-VN" sz="1800" b="0" i="0" u="none" strike="noStrike" cap="none" normalizeH="0" baseline="0" dirty="0">
                          <a:ln>
                            <a:noFill/>
                          </a:ln>
                          <a:solidFill>
                            <a:srgbClr val="000000"/>
                          </a:solidFill>
                          <a:effectLst/>
                          <a:latin typeface="Arial" charset="0"/>
                          <a:ea typeface="Times New Roman" charset="0"/>
                        </a:rPr>
                        <a:t>Full power (Toàn công suất) </a:t>
                      </a:r>
                    </a:p>
                  </a:txBody>
                  <a:tcPr marL="54610" marR="54610" marT="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vi-VN" sz="1800" b="0" i="0" u="none" strike="noStrike" cap="none" normalizeH="0" baseline="0" dirty="0">
                          <a:ln>
                            <a:noFill/>
                          </a:ln>
                          <a:solidFill>
                            <a:srgbClr val="000000"/>
                          </a:solidFill>
                          <a:effectLst/>
                          <a:latin typeface="Arial" charset="0"/>
                          <a:ea typeface="Times New Roman" charset="0"/>
                        </a:rPr>
                        <a:t>Người dùng đã nhấn nút toàn công suất.</a:t>
                      </a:r>
                    </a:p>
                  </a:txBody>
                  <a:tcPr marL="54610" marR="54610" marT="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554248">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vi-VN" sz="1800" b="0" i="0" u="none" strike="noStrike" cap="none" normalizeH="0" baseline="0">
                          <a:ln>
                            <a:noFill/>
                          </a:ln>
                          <a:solidFill>
                            <a:srgbClr val="000000"/>
                          </a:solidFill>
                          <a:effectLst/>
                          <a:latin typeface="Arial" charset="0"/>
                          <a:ea typeface="Times New Roman" charset="0"/>
                        </a:rPr>
                        <a:t>Timer (Hẹn giờ)</a:t>
                      </a:r>
                    </a:p>
                  </a:txBody>
                  <a:tcPr marL="54610" marR="54610" marT="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vi-VN" sz="1800" b="0" i="0" u="none" strike="noStrike" cap="none" normalizeH="0" baseline="0">
                          <a:ln>
                            <a:noFill/>
                          </a:ln>
                          <a:solidFill>
                            <a:srgbClr val="000000"/>
                          </a:solidFill>
                          <a:effectLst/>
                          <a:latin typeface="Arial" charset="0"/>
                          <a:ea typeface="Times New Roman" charset="0"/>
                        </a:rPr>
                        <a:t>Người dùng đã nhấn một trong các nút hẹn giờ.</a:t>
                      </a:r>
                    </a:p>
                  </a:txBody>
                  <a:tcPr marL="54610" marR="54610" marT="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449194">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vi-VN" sz="1800" b="0" i="0" u="none" strike="noStrike" cap="none" normalizeH="0" baseline="0">
                          <a:ln>
                            <a:noFill/>
                          </a:ln>
                          <a:solidFill>
                            <a:srgbClr val="000000"/>
                          </a:solidFill>
                          <a:effectLst/>
                          <a:latin typeface="Arial" charset="0"/>
                          <a:ea typeface="Times New Roman" charset="0"/>
                        </a:rPr>
                        <a:t>Number (Số)</a:t>
                      </a:r>
                    </a:p>
                  </a:txBody>
                  <a:tcPr marL="54610" marR="54610" marT="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vi-VN" sz="1800" b="0" i="0" u="none" strike="noStrike" cap="none" normalizeH="0" baseline="0">
                          <a:ln>
                            <a:noFill/>
                          </a:ln>
                          <a:solidFill>
                            <a:srgbClr val="000000"/>
                          </a:solidFill>
                          <a:effectLst/>
                          <a:latin typeface="Arial" charset="0"/>
                          <a:ea typeface="Times New Roman" charset="0"/>
                        </a:rPr>
                        <a:t>Người dùng đã nhấn một phím số.</a:t>
                      </a:r>
                    </a:p>
                  </a:txBody>
                  <a:tcPr marL="54610" marR="54610" marT="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449194">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vi-VN" sz="1800" b="0" i="0" u="none" strike="noStrike" cap="none" normalizeH="0" baseline="0">
                          <a:ln>
                            <a:noFill/>
                          </a:ln>
                          <a:solidFill>
                            <a:srgbClr val="000000"/>
                          </a:solidFill>
                          <a:effectLst/>
                          <a:latin typeface="Arial" charset="0"/>
                          <a:ea typeface="Times New Roman" charset="0"/>
                        </a:rPr>
                        <a:t>Door open (Cửa mở)</a:t>
                      </a:r>
                    </a:p>
                  </a:txBody>
                  <a:tcPr marL="54610" marR="54610" marT="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vi-VN" sz="1800" b="0" i="0" u="none" strike="noStrike" cap="none" normalizeH="0" baseline="0">
                          <a:ln>
                            <a:noFill/>
                          </a:ln>
                          <a:solidFill>
                            <a:srgbClr val="000000"/>
                          </a:solidFill>
                          <a:effectLst/>
                          <a:latin typeface="Arial" charset="0"/>
                          <a:ea typeface="Times New Roman" charset="0"/>
                        </a:rPr>
                        <a:t>Công tắc cửa lò chưa đóng.</a:t>
                      </a:r>
                    </a:p>
                  </a:txBody>
                  <a:tcPr marL="54610" marR="54610" marT="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r h="449194">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vi-VN" sz="1800" b="0" i="0" u="none" strike="noStrike" cap="none" normalizeH="0" baseline="0">
                          <a:ln>
                            <a:noFill/>
                          </a:ln>
                          <a:solidFill>
                            <a:srgbClr val="000000"/>
                          </a:solidFill>
                          <a:effectLst/>
                          <a:latin typeface="Arial" charset="0"/>
                          <a:ea typeface="Times New Roman" charset="0"/>
                        </a:rPr>
                        <a:t>Door closed (Cửa đóng)</a:t>
                      </a:r>
                    </a:p>
                  </a:txBody>
                  <a:tcPr marL="54610" marR="54610" marT="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vi-VN" sz="1800" b="0" i="0" u="none" strike="noStrike" cap="none" normalizeH="0" baseline="0">
                          <a:ln>
                            <a:noFill/>
                          </a:ln>
                          <a:solidFill>
                            <a:srgbClr val="000000"/>
                          </a:solidFill>
                          <a:effectLst/>
                          <a:latin typeface="Arial" charset="0"/>
                          <a:ea typeface="Times New Roman" charset="0"/>
                        </a:rPr>
                        <a:t>Công tắc cửa lò đã đóng.</a:t>
                      </a:r>
                    </a:p>
                  </a:txBody>
                  <a:tcPr marL="54610" marR="54610" marT="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6"/>
                  </a:ext>
                </a:extLst>
              </a:tr>
              <a:tr h="449194">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vi-VN" sz="1800" b="0" i="0" u="none" strike="noStrike" cap="none" normalizeH="0" baseline="0">
                          <a:ln>
                            <a:noFill/>
                          </a:ln>
                          <a:solidFill>
                            <a:srgbClr val="000000"/>
                          </a:solidFill>
                          <a:effectLst/>
                          <a:latin typeface="Arial" charset="0"/>
                          <a:ea typeface="Times New Roman" charset="0"/>
                        </a:rPr>
                        <a:t>Start (Bắt đầu)</a:t>
                      </a:r>
                    </a:p>
                  </a:txBody>
                  <a:tcPr marL="54610" marR="54610" marT="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vi-VN" sz="1800" b="0" i="0" u="none" strike="noStrike" cap="none" normalizeH="0" baseline="0">
                          <a:ln>
                            <a:noFill/>
                          </a:ln>
                          <a:solidFill>
                            <a:srgbClr val="000000"/>
                          </a:solidFill>
                          <a:effectLst/>
                          <a:latin typeface="Arial" charset="0"/>
                          <a:ea typeface="Times New Roman" charset="0"/>
                        </a:rPr>
                        <a:t>Người dùng đã nhấn nút Start.</a:t>
                      </a:r>
                    </a:p>
                  </a:txBody>
                  <a:tcPr marL="54610" marR="54610" marT="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7"/>
                  </a:ext>
                </a:extLst>
              </a:tr>
              <a:tr h="449194">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vi-VN" sz="1800" b="0" i="0" u="none" strike="noStrike" cap="none" normalizeH="0" baseline="0">
                          <a:ln>
                            <a:noFill/>
                          </a:ln>
                          <a:solidFill>
                            <a:srgbClr val="000000"/>
                          </a:solidFill>
                          <a:effectLst/>
                          <a:latin typeface="Arial" charset="0"/>
                          <a:ea typeface="Times New Roman" charset="0"/>
                        </a:rPr>
                        <a:t>Cancel (Hủy)</a:t>
                      </a:r>
                    </a:p>
                  </a:txBody>
                  <a:tcPr marL="54610" marR="54610" marT="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vi-VN" sz="1800" b="0" i="0" u="none" strike="noStrike" cap="none" normalizeH="0" baseline="0" dirty="0">
                          <a:ln>
                            <a:noFill/>
                          </a:ln>
                          <a:solidFill>
                            <a:srgbClr val="000000"/>
                          </a:solidFill>
                          <a:effectLst/>
                          <a:latin typeface="Arial" charset="0"/>
                          <a:ea typeface="Times New Roman" charset="0"/>
                        </a:rPr>
                        <a:t>Người dùng đã nhấn nút Cancel. </a:t>
                      </a:r>
                    </a:p>
                  </a:txBody>
                  <a:tcPr marL="54610" marR="54610" marT="0" marB="9144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1040802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Tóm tắt</a:t>
            </a:r>
            <a:endParaRPr lang="en-US" dirty="0"/>
          </a:p>
        </p:txBody>
      </p:sp>
      <p:sp>
        <p:nvSpPr>
          <p:cNvPr id="5" name="Content Placeholder 4"/>
          <p:cNvSpPr>
            <a:spLocks noGrp="1"/>
          </p:cNvSpPr>
          <p:nvPr>
            <p:ph idx="1"/>
          </p:nvPr>
        </p:nvSpPr>
        <p:spPr/>
        <p:txBody>
          <a:bodyPr>
            <a:normAutofit fontScale="92500" lnSpcReduction="20000"/>
          </a:bodyPr>
          <a:lstStyle/>
          <a:p>
            <a:r>
              <a:rPr lang="vi-VN"/>
              <a:t>Mô hình là một góc nhìn trừu tượng về hệ thống</a:t>
            </a:r>
          </a:p>
          <a:p>
            <a:r>
              <a:rPr lang="vi-VN"/>
              <a:t>Context model cho thấy hệ thống được đặt ở đâu trong môi trường có các hệ thống và quy trình khác. </a:t>
            </a:r>
            <a:endParaRPr lang="en-GB"/>
          </a:p>
          <a:p>
            <a:r>
              <a:rPr lang="vi-VN"/>
              <a:t>Sơ đồ use case và sơ đồ tuần tự được dùng để mô tả các tương tác giữa người dùng và hệ thống</a:t>
            </a:r>
          </a:p>
          <a:p>
            <a:pPr lvl="1"/>
            <a:r>
              <a:rPr lang="vi-VN"/>
              <a:t>Use case mô tả các tương tác giữa hệ thống và các actor bên ngoài; </a:t>
            </a:r>
          </a:p>
          <a:p>
            <a:pPr lvl="1"/>
            <a:r>
              <a:rPr lang="vi-VN"/>
              <a:t>Sơ đồ tuần tự bổ sung thêm thông tin cho chúng bằng cách thể hiện các tương tác giữa các đối tượng của hệ thống.</a:t>
            </a:r>
            <a:endParaRPr lang="en-GB"/>
          </a:p>
          <a:p>
            <a:r>
              <a:rPr lang="vi-VN"/>
              <a:t>Mô hình cấu trúc thể hiện tổ chức và kiến trúc của hệ thống. </a:t>
            </a:r>
          </a:p>
          <a:p>
            <a:pPr lvl="1"/>
            <a:r>
              <a:rPr lang="vi-VN"/>
              <a:t>Sơ đồ lớp được dùng để định nghĩa cấu trúc tĩnh của các lớp trong hệ thống và các association giữa chúng.</a:t>
            </a:r>
            <a:endParaRPr lang="en-GB"/>
          </a:p>
          <a:p>
            <a:endParaRPr lang="en-US" dirty="0"/>
          </a:p>
        </p:txBody>
      </p:sp>
      <p:sp>
        <p:nvSpPr>
          <p:cNvPr id="6" name="Date Placeholder 5"/>
          <p:cNvSpPr>
            <a:spLocks noGrp="1"/>
          </p:cNvSpPr>
          <p:nvPr>
            <p:ph type="dt" sz="half" idx="10"/>
          </p:nvPr>
        </p:nvSpPr>
        <p:spPr/>
        <p:txBody>
          <a:bodyPr/>
          <a:lstStyle/>
          <a:p>
            <a:fld id="{5D55151C-0910-4091-8E36-D9B832FCE469}" type="datetime1">
              <a:rPr lang="nb-NO" smtClean="0"/>
              <a:t>14.09.2026</a:t>
            </a:fld>
            <a:endParaRPr lang="en-US"/>
          </a:p>
        </p:txBody>
      </p:sp>
      <p:sp>
        <p:nvSpPr>
          <p:cNvPr id="3" name="Footer Placeholder 2"/>
          <p:cNvSpPr>
            <a:spLocks noGrp="1"/>
          </p:cNvSpPr>
          <p:nvPr>
            <p:ph type="ftr" sz="quarter" idx="11"/>
          </p:nvPr>
        </p:nvSpPr>
        <p:spPr/>
        <p:txBody>
          <a:bodyPr/>
          <a:lstStyle/>
          <a:p>
            <a:r>
              <a:rPr lang="vi-VN"/>
              <a:t>Chương 5 Mô hình hóa hệ thống</a:t>
            </a:r>
          </a:p>
        </p:txBody>
      </p:sp>
      <p:sp>
        <p:nvSpPr>
          <p:cNvPr id="4" name="Slide Number Placeholder 3"/>
          <p:cNvSpPr>
            <a:spLocks noGrp="1"/>
          </p:cNvSpPr>
          <p:nvPr>
            <p:ph type="sldNum" sz="quarter" idx="12"/>
          </p:nvPr>
        </p:nvSpPr>
        <p:spPr/>
        <p:txBody>
          <a:bodyPr/>
          <a:lstStyle/>
          <a:p>
            <a:fld id="{964AD586-7C25-0244-A129-E014CC0A164A}" type="slidenum">
              <a:rPr lang="en-US" smtClean="0"/>
              <a:pPr/>
              <a:t>44</a:t>
            </a:fld>
            <a:endParaRPr lang="en-US"/>
          </a:p>
        </p:txBody>
      </p:sp>
    </p:spTree>
    <p:extLst>
      <p:ext uri="{BB962C8B-B14F-4D97-AF65-F5344CB8AC3E}">
        <p14:creationId xmlns:p14="http://schemas.microsoft.com/office/powerpoint/2010/main" val="15249299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Tóm tắt (tiếp)</a:t>
            </a:r>
            <a:endParaRPr lang="en-US" dirty="0"/>
          </a:p>
        </p:txBody>
      </p:sp>
      <p:sp>
        <p:nvSpPr>
          <p:cNvPr id="5" name="Content Placeholder 4"/>
          <p:cNvSpPr>
            <a:spLocks noGrp="1"/>
          </p:cNvSpPr>
          <p:nvPr>
            <p:ph idx="1"/>
          </p:nvPr>
        </p:nvSpPr>
        <p:spPr/>
        <p:txBody>
          <a:bodyPr>
            <a:normAutofit/>
          </a:bodyPr>
          <a:lstStyle/>
          <a:p>
            <a:r>
              <a:rPr lang="vi-VN"/>
              <a:t>Mô hình hành vi được dùng để mô tả hành vi động của hệ thống khi đang thực thi. </a:t>
            </a:r>
          </a:p>
          <a:p>
            <a:pPr lvl="1"/>
            <a:r>
              <a:rPr lang="vi-VN"/>
              <a:t>Có thể xét theo góc nhìn dữ liệu mà hệ thống xử lý, hoặc theo các sự kiện kích thích hệ thống phản hồi.</a:t>
            </a:r>
            <a:endParaRPr lang="en-GB"/>
          </a:p>
          <a:p>
            <a:r>
              <a:rPr lang="vi-VN"/>
              <a:t>Sơ đồ hoạt động có thể được dùng để mô hình hóa việc xử lý dữ liệu, trong đó mỗi activity biểu diễn một bước xử lý.</a:t>
            </a:r>
            <a:endParaRPr lang="en-GB"/>
          </a:p>
          <a:p>
            <a:r>
              <a:rPr lang="vi-VN"/>
              <a:t>Sơ đồ trạng thái được dùng để mô hình hóa hành vi của hệ thống khi phản ứng với các sự kiện bên trong hoặc bên ngoài. </a:t>
            </a:r>
            <a:endParaRPr lang="en-GB" dirty="0"/>
          </a:p>
        </p:txBody>
      </p:sp>
      <p:sp>
        <p:nvSpPr>
          <p:cNvPr id="6" name="Date Placeholder 5"/>
          <p:cNvSpPr>
            <a:spLocks noGrp="1"/>
          </p:cNvSpPr>
          <p:nvPr>
            <p:ph type="dt" sz="half" idx="10"/>
          </p:nvPr>
        </p:nvSpPr>
        <p:spPr/>
        <p:txBody>
          <a:bodyPr/>
          <a:lstStyle/>
          <a:p>
            <a:fld id="{8A3365B2-F296-4CD2-AA22-2A334E709647}" type="datetime1">
              <a:rPr lang="nb-NO" smtClean="0"/>
              <a:t>14.09.2026</a:t>
            </a:fld>
            <a:endParaRPr lang="en-US"/>
          </a:p>
        </p:txBody>
      </p:sp>
      <p:sp>
        <p:nvSpPr>
          <p:cNvPr id="4" name="Footer Placeholder 3"/>
          <p:cNvSpPr>
            <a:spLocks noGrp="1"/>
          </p:cNvSpPr>
          <p:nvPr>
            <p:ph type="ftr" sz="quarter" idx="11"/>
          </p:nvPr>
        </p:nvSpPr>
        <p:spPr/>
        <p:txBody>
          <a:bodyPr/>
          <a:lstStyle/>
          <a:p>
            <a:r>
              <a:rPr lang="vi-VN"/>
              <a:t>Chương 5 Mô hình hóa hệ thống</a:t>
            </a:r>
          </a:p>
        </p:txBody>
      </p:sp>
      <p:sp>
        <p:nvSpPr>
          <p:cNvPr id="3" name="Slide Number Placeholder 2"/>
          <p:cNvSpPr>
            <a:spLocks noGrp="1"/>
          </p:cNvSpPr>
          <p:nvPr>
            <p:ph type="sldNum" sz="quarter" idx="12"/>
          </p:nvPr>
        </p:nvSpPr>
        <p:spPr/>
        <p:txBody>
          <a:bodyPr/>
          <a:lstStyle/>
          <a:p>
            <a:fld id="{964AD586-7C25-0244-A129-E014CC0A164A}" type="slidenum">
              <a:rPr lang="en-US" smtClean="0"/>
              <a:pPr/>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vi-VN"/>
              <a:t>Tìm hiểu thêm về UML</a:t>
            </a:r>
            <a:endParaRPr lang="en-US" dirty="0"/>
          </a:p>
        </p:txBody>
      </p:sp>
      <p:sp>
        <p:nvSpPr>
          <p:cNvPr id="11" name="Text Placeholder 10"/>
          <p:cNvSpPr>
            <a:spLocks noGrp="1"/>
          </p:cNvSpPr>
          <p:nvPr>
            <p:ph type="body" idx="1"/>
          </p:nvPr>
        </p:nvSpPr>
        <p:spPr/>
        <p:txBody>
          <a:bodyPr/>
          <a:lstStyle/>
          <a:p>
            <a:r>
              <a:rPr lang="vi-VN" dirty="0"/>
              <a:t>Tự học</a:t>
            </a:r>
          </a:p>
        </p:txBody>
      </p:sp>
      <p:sp>
        <p:nvSpPr>
          <p:cNvPr id="4" name="Date Placeholder 3"/>
          <p:cNvSpPr>
            <a:spLocks noGrp="1"/>
          </p:cNvSpPr>
          <p:nvPr>
            <p:ph type="dt" sz="half" idx="10"/>
          </p:nvPr>
        </p:nvSpPr>
        <p:spPr/>
        <p:txBody>
          <a:bodyPr/>
          <a:lstStyle/>
          <a:p>
            <a:fld id="{98AE5395-BD73-4C46-AB3F-FC856991933D}" type="datetime1">
              <a:rPr lang="nb-NO" smtClean="0"/>
              <a:t>14.09.2026</a:t>
            </a:fld>
            <a:endParaRPr lang="en-US"/>
          </a:p>
        </p:txBody>
      </p:sp>
      <p:sp>
        <p:nvSpPr>
          <p:cNvPr id="5" name="Footer Placeholder 4"/>
          <p:cNvSpPr>
            <a:spLocks noGrp="1"/>
          </p:cNvSpPr>
          <p:nvPr>
            <p:ph type="ftr" sz="quarter" idx="11"/>
          </p:nvPr>
        </p:nvSpPr>
        <p:spPr/>
        <p:txBody>
          <a:bodyPr/>
          <a:lstStyle/>
          <a:p>
            <a:r>
              <a:rPr lang="vi-VN"/>
              <a:t>Chương 5 Mô hình hóa hệ thống</a:t>
            </a:r>
          </a:p>
        </p:txBody>
      </p:sp>
      <p:sp>
        <p:nvSpPr>
          <p:cNvPr id="6" name="Slide Number Placeholder 5"/>
          <p:cNvSpPr>
            <a:spLocks noGrp="1"/>
          </p:cNvSpPr>
          <p:nvPr>
            <p:ph type="sldNum" sz="quarter" idx="12"/>
          </p:nvPr>
        </p:nvSpPr>
        <p:spPr/>
        <p:txBody>
          <a:bodyPr/>
          <a:lstStyle/>
          <a:p>
            <a:fld id="{DEC9DA09-039A-A841-BA90-58CFCFBF8E01}" type="slidenum">
              <a:rPr lang="en-US" smtClean="0"/>
              <a:pPr/>
              <a:t>46</a:t>
            </a:fld>
            <a:endParaRPr lang="en-US"/>
          </a:p>
        </p:txBody>
      </p:sp>
    </p:spTree>
    <p:extLst>
      <p:ext uri="{BB962C8B-B14F-4D97-AF65-F5344CB8AC3E}">
        <p14:creationId xmlns:p14="http://schemas.microsoft.com/office/powerpoint/2010/main" val="33023151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vi-VN"/>
              <a:t>Sơ đồ cộng tác / sơ đồ giao tiếp</a:t>
            </a:r>
            <a:endParaRPr lang="en-US" dirty="0"/>
          </a:p>
        </p:txBody>
      </p:sp>
      <p:sp>
        <p:nvSpPr>
          <p:cNvPr id="11" name="Content Placeholder 10"/>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630A2B6B-D351-4089-BD41-1E55B0787CFE}" type="datetime1">
              <a:rPr lang="nb-NO" smtClean="0"/>
              <a:t>14.09.2026</a:t>
            </a:fld>
            <a:endParaRPr lang="en-US"/>
          </a:p>
        </p:txBody>
      </p:sp>
      <p:sp>
        <p:nvSpPr>
          <p:cNvPr id="5" name="Footer Placeholder 4"/>
          <p:cNvSpPr>
            <a:spLocks noGrp="1"/>
          </p:cNvSpPr>
          <p:nvPr>
            <p:ph type="ftr" sz="quarter" idx="11"/>
          </p:nvPr>
        </p:nvSpPr>
        <p:spPr/>
        <p:txBody>
          <a:bodyPr/>
          <a:lstStyle/>
          <a:p>
            <a:r>
              <a:rPr lang="vi-VN"/>
              <a:t>Chương 5 Mô hình hóa hệ thống</a:t>
            </a:r>
          </a:p>
        </p:txBody>
      </p:sp>
      <p:sp>
        <p:nvSpPr>
          <p:cNvPr id="6" name="Slide Number Placeholder 5"/>
          <p:cNvSpPr>
            <a:spLocks noGrp="1"/>
          </p:cNvSpPr>
          <p:nvPr>
            <p:ph type="sldNum" sz="quarter" idx="12"/>
          </p:nvPr>
        </p:nvSpPr>
        <p:spPr/>
        <p:txBody>
          <a:bodyPr/>
          <a:lstStyle/>
          <a:p>
            <a:fld id="{50F2F7EC-46EB-964D-B691-B03AC1106FC0}" type="slidenum">
              <a:rPr lang="en-US" smtClean="0"/>
              <a:pPr/>
              <a:t>47</a:t>
            </a:fld>
            <a:endParaRPr lang="en-US"/>
          </a:p>
        </p:txBody>
      </p:sp>
      <p:pic>
        <p:nvPicPr>
          <p:cNvPr id="10" name="Picture 9"/>
          <p:cNvPicPr>
            <a:picLocks noChangeAspect="1"/>
          </p:cNvPicPr>
          <p:nvPr/>
        </p:nvPicPr>
        <p:blipFill>
          <a:blip r:embed="rId3"/>
          <a:stretch>
            <a:fillRect/>
          </a:stretch>
        </p:blipFill>
        <p:spPr>
          <a:xfrm>
            <a:off x="2354600" y="944211"/>
            <a:ext cx="7227694" cy="5893724"/>
          </a:xfrm>
          <a:prstGeom prst="rect">
            <a:avLst/>
          </a:prstGeom>
        </p:spPr>
      </p:pic>
    </p:spTree>
    <p:extLst>
      <p:ext uri="{BB962C8B-B14F-4D97-AF65-F5344CB8AC3E}">
        <p14:creationId xmlns:p14="http://schemas.microsoft.com/office/powerpoint/2010/main" val="20249183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92096" y="96254"/>
            <a:ext cx="911076" cy="6648771"/>
          </a:xfrm>
        </p:spPr>
        <p:txBody>
          <a:bodyPr vert="vert270"/>
          <a:lstStyle/>
          <a:p>
            <a:r>
              <a:rPr lang="vi-VN" dirty="0"/>
              <a:t>Sơ đồ tuần tự so với sơ đồ cộng tác</a:t>
            </a:r>
          </a:p>
        </p:txBody>
      </p:sp>
      <p:sp>
        <p:nvSpPr>
          <p:cNvPr id="4" name="Date Placeholder 3"/>
          <p:cNvSpPr>
            <a:spLocks noGrp="1"/>
          </p:cNvSpPr>
          <p:nvPr>
            <p:ph type="dt" sz="half" idx="10"/>
          </p:nvPr>
        </p:nvSpPr>
        <p:spPr/>
        <p:txBody>
          <a:bodyPr/>
          <a:lstStyle/>
          <a:p>
            <a:fld id="{EAFA35A4-082A-41B1-AD86-01B8F6F2067E}" type="datetime1">
              <a:rPr lang="nb-NO" smtClean="0"/>
              <a:t>14.09.2026</a:t>
            </a:fld>
            <a:endParaRPr lang="en-US"/>
          </a:p>
        </p:txBody>
      </p:sp>
      <p:sp>
        <p:nvSpPr>
          <p:cNvPr id="5" name="Footer Placeholder 4"/>
          <p:cNvSpPr>
            <a:spLocks noGrp="1"/>
          </p:cNvSpPr>
          <p:nvPr>
            <p:ph type="ftr" sz="quarter" idx="11"/>
          </p:nvPr>
        </p:nvSpPr>
        <p:spPr/>
        <p:txBody>
          <a:bodyPr/>
          <a:lstStyle/>
          <a:p>
            <a:r>
              <a:rPr lang="vi-VN"/>
              <a:t>Chương 5 Mô hình hóa hệ thống</a:t>
            </a:r>
          </a:p>
        </p:txBody>
      </p:sp>
      <p:sp>
        <p:nvSpPr>
          <p:cNvPr id="6" name="Slide Number Placeholder 5"/>
          <p:cNvSpPr>
            <a:spLocks noGrp="1"/>
          </p:cNvSpPr>
          <p:nvPr>
            <p:ph type="sldNum" sz="quarter" idx="12"/>
          </p:nvPr>
        </p:nvSpPr>
        <p:spPr/>
        <p:txBody>
          <a:bodyPr/>
          <a:lstStyle/>
          <a:p>
            <a:fld id="{5AC5F77F-66C9-B04B-B94C-B68F71024283}" type="slidenum">
              <a:rPr lang="en-US" smtClean="0"/>
              <a:pPr/>
              <a:t>48</a:t>
            </a:fld>
            <a:endParaRPr lang="en-US"/>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87209" y="96254"/>
            <a:ext cx="5093898" cy="3493947"/>
          </a:xfrm>
          <a:prstGeom prst="rect">
            <a:avLst/>
          </a:prstGeom>
        </p:spPr>
      </p:pic>
      <p:pic>
        <p:nvPicPr>
          <p:cNvPr id="14" name="Picture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09539" y="3717362"/>
            <a:ext cx="4449239" cy="3140639"/>
          </a:xfrm>
          <a:prstGeom prst="rect">
            <a:avLst/>
          </a:prstGeom>
        </p:spPr>
      </p:pic>
    </p:spTree>
    <p:extLst>
      <p:ext uri="{BB962C8B-B14F-4D97-AF65-F5344CB8AC3E}">
        <p14:creationId xmlns:p14="http://schemas.microsoft.com/office/powerpoint/2010/main" val="24456474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92096" y="96253"/>
            <a:ext cx="1007311" cy="6221420"/>
          </a:xfrm>
        </p:spPr>
        <p:txBody>
          <a:bodyPr vert="vert270"/>
          <a:lstStyle/>
          <a:p>
            <a:r>
              <a:rPr lang="vi-VN" dirty="0"/>
              <a:t>Sơ đồ hoạt động</a:t>
            </a:r>
          </a:p>
        </p:txBody>
      </p:sp>
      <p:sp>
        <p:nvSpPr>
          <p:cNvPr id="4" name="Date Placeholder 3"/>
          <p:cNvSpPr>
            <a:spLocks noGrp="1"/>
          </p:cNvSpPr>
          <p:nvPr>
            <p:ph type="dt" sz="half" idx="10"/>
          </p:nvPr>
        </p:nvSpPr>
        <p:spPr/>
        <p:txBody>
          <a:bodyPr/>
          <a:lstStyle/>
          <a:p>
            <a:fld id="{F87ED2C5-96E4-44E3-801B-E77C7DD464E2}" type="datetime1">
              <a:rPr lang="nb-NO" smtClean="0"/>
              <a:t>14.09.2026</a:t>
            </a:fld>
            <a:endParaRPr lang="en-US"/>
          </a:p>
        </p:txBody>
      </p:sp>
      <p:sp>
        <p:nvSpPr>
          <p:cNvPr id="5" name="Footer Placeholder 4"/>
          <p:cNvSpPr>
            <a:spLocks noGrp="1"/>
          </p:cNvSpPr>
          <p:nvPr>
            <p:ph type="ftr" sz="quarter" idx="11"/>
          </p:nvPr>
        </p:nvSpPr>
        <p:spPr/>
        <p:txBody>
          <a:bodyPr/>
          <a:lstStyle/>
          <a:p>
            <a:r>
              <a:rPr lang="vi-VN"/>
              <a:t>Chương 5 Mô hình hóa hệ thống</a:t>
            </a:r>
          </a:p>
        </p:txBody>
      </p:sp>
      <p:sp>
        <p:nvSpPr>
          <p:cNvPr id="6" name="Slide Number Placeholder 5"/>
          <p:cNvSpPr>
            <a:spLocks noGrp="1"/>
          </p:cNvSpPr>
          <p:nvPr>
            <p:ph type="sldNum" sz="quarter" idx="12"/>
          </p:nvPr>
        </p:nvSpPr>
        <p:spPr/>
        <p:txBody>
          <a:bodyPr/>
          <a:lstStyle/>
          <a:p>
            <a:fld id="{5AC5F77F-66C9-B04B-B94C-B68F71024283}" type="slidenum">
              <a:rPr lang="en-US" smtClean="0"/>
              <a:pPr/>
              <a:t>49</a:t>
            </a:fld>
            <a:endParaRPr lang="en-US"/>
          </a:p>
        </p:txBody>
      </p:sp>
      <p:pic>
        <p:nvPicPr>
          <p:cNvPr id="7" name="Picture 6"/>
          <p:cNvPicPr>
            <a:picLocks noChangeAspect="1"/>
          </p:cNvPicPr>
          <p:nvPr/>
        </p:nvPicPr>
        <p:blipFill>
          <a:blip r:embed="rId3"/>
          <a:stretch>
            <a:fillRect/>
          </a:stretch>
        </p:blipFill>
        <p:spPr>
          <a:xfrm>
            <a:off x="3299407" y="309618"/>
            <a:ext cx="6863043" cy="6435407"/>
          </a:xfrm>
          <a:prstGeom prst="rect">
            <a:avLst/>
          </a:prstGeom>
        </p:spPr>
      </p:pic>
    </p:spTree>
    <p:extLst>
      <p:ext uri="{BB962C8B-B14F-4D97-AF65-F5344CB8AC3E}">
        <p14:creationId xmlns:p14="http://schemas.microsoft.com/office/powerpoint/2010/main" val="39548671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92096" y="96254"/>
            <a:ext cx="955847" cy="6374451"/>
          </a:xfrm>
        </p:spPr>
        <p:txBody>
          <a:bodyPr vert="vert270"/>
          <a:lstStyle/>
          <a:p>
            <a:r>
              <a:rPr lang="vi-VN" dirty="0"/>
              <a:t>Sơ đồ hoạt động (tiếp)</a:t>
            </a:r>
          </a:p>
        </p:txBody>
      </p:sp>
      <p:sp>
        <p:nvSpPr>
          <p:cNvPr id="4" name="Date Placeholder 3"/>
          <p:cNvSpPr>
            <a:spLocks noGrp="1"/>
          </p:cNvSpPr>
          <p:nvPr>
            <p:ph type="dt" sz="half" idx="10"/>
          </p:nvPr>
        </p:nvSpPr>
        <p:spPr/>
        <p:txBody>
          <a:bodyPr/>
          <a:lstStyle/>
          <a:p>
            <a:fld id="{B6408354-5BDC-46BB-97EC-4B8FE14C7F53}" type="datetime1">
              <a:rPr lang="nb-NO" smtClean="0"/>
              <a:t>14.09.2026</a:t>
            </a:fld>
            <a:endParaRPr lang="en-US"/>
          </a:p>
        </p:txBody>
      </p:sp>
      <p:sp>
        <p:nvSpPr>
          <p:cNvPr id="5" name="Footer Placeholder 4"/>
          <p:cNvSpPr>
            <a:spLocks noGrp="1"/>
          </p:cNvSpPr>
          <p:nvPr>
            <p:ph type="ftr" sz="quarter" idx="11"/>
          </p:nvPr>
        </p:nvSpPr>
        <p:spPr/>
        <p:txBody>
          <a:bodyPr/>
          <a:lstStyle/>
          <a:p>
            <a:r>
              <a:rPr lang="vi-VN"/>
              <a:t>Chương 5 Mô hình hóa hệ thống</a:t>
            </a:r>
          </a:p>
        </p:txBody>
      </p:sp>
      <p:sp>
        <p:nvSpPr>
          <p:cNvPr id="6" name="Slide Number Placeholder 5"/>
          <p:cNvSpPr>
            <a:spLocks noGrp="1"/>
          </p:cNvSpPr>
          <p:nvPr>
            <p:ph type="sldNum" sz="quarter" idx="12"/>
          </p:nvPr>
        </p:nvSpPr>
        <p:spPr/>
        <p:txBody>
          <a:bodyPr/>
          <a:lstStyle/>
          <a:p>
            <a:fld id="{5AC5F77F-66C9-B04B-B94C-B68F71024283}" type="slidenum">
              <a:rPr lang="en-US" smtClean="0"/>
              <a:pPr/>
              <a:t>50</a:t>
            </a:fld>
            <a:endParaRPr lang="en-US"/>
          </a:p>
        </p:txBody>
      </p:sp>
      <p:pic>
        <p:nvPicPr>
          <p:cNvPr id="8" name="Picture 7"/>
          <p:cNvPicPr>
            <a:picLocks noChangeAspect="1"/>
          </p:cNvPicPr>
          <p:nvPr/>
        </p:nvPicPr>
        <p:blipFill>
          <a:blip r:embed="rId3"/>
          <a:stretch>
            <a:fillRect/>
          </a:stretch>
        </p:blipFill>
        <p:spPr>
          <a:xfrm>
            <a:off x="3317649" y="116553"/>
            <a:ext cx="4631377" cy="3471302"/>
          </a:xfrm>
          <a:prstGeom prst="rect">
            <a:avLst/>
          </a:prstGeom>
        </p:spPr>
      </p:pic>
      <p:pic>
        <p:nvPicPr>
          <p:cNvPr id="9" name="Picture 8"/>
          <p:cNvPicPr>
            <a:picLocks noChangeAspect="1"/>
          </p:cNvPicPr>
          <p:nvPr/>
        </p:nvPicPr>
        <p:blipFill>
          <a:blip r:embed="rId4"/>
          <a:stretch>
            <a:fillRect/>
          </a:stretch>
        </p:blipFill>
        <p:spPr>
          <a:xfrm>
            <a:off x="5983675" y="3283479"/>
            <a:ext cx="4684325" cy="3558989"/>
          </a:xfrm>
          <a:prstGeom prst="rect">
            <a:avLst/>
          </a:prstGeom>
        </p:spPr>
      </p:pic>
      <p:sp>
        <p:nvSpPr>
          <p:cNvPr id="12" name="Rectangle 11"/>
          <p:cNvSpPr/>
          <p:nvPr/>
        </p:nvSpPr>
        <p:spPr>
          <a:xfrm>
            <a:off x="8269402" y="2347864"/>
            <a:ext cx="1749197" cy="369332"/>
          </a:xfrm>
          <a:prstGeom prst="rect">
            <a:avLst/>
          </a:prstGeom>
        </p:spPr>
        <p:txBody>
          <a:bodyPr wrap="none">
            <a:spAutoFit/>
          </a:bodyPr>
          <a:lstStyle/>
          <a:p>
            <a:r>
              <a:rPr lang="vi-VN" dirty="0"/>
              <a:t>Swimlane (làn bơi)</a:t>
            </a:r>
          </a:p>
        </p:txBody>
      </p:sp>
      <p:cxnSp>
        <p:nvCxnSpPr>
          <p:cNvPr id="14" name="Straight Arrow Connector 13"/>
          <p:cNvCxnSpPr/>
          <p:nvPr/>
        </p:nvCxnSpPr>
        <p:spPr>
          <a:xfrm flipH="1">
            <a:off x="7112640" y="2717196"/>
            <a:ext cx="1672773" cy="11017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a:off x="8325838" y="2717196"/>
            <a:ext cx="459575" cy="11017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8841848" y="2717196"/>
            <a:ext cx="835552" cy="11017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4762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heme_SE2019s1">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Theme_SE2019s1" id="{F394D0DD-0702-4EBF-A113-3BC9218CD5FF}" vid="{C3FE0BE2-47FE-43DF-A885-0A1D2A8394C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Theme_SE2019s1</Template>
  <TotalTime>5821</TotalTime>
  <Words>3722</Words>
  <Application>Microsoft Macintosh PowerPoint</Application>
  <PresentationFormat>Widescreen</PresentationFormat>
  <Paragraphs>620</Paragraphs>
  <Slides>50</Slides>
  <Notes>46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50</vt:i4>
      </vt:variant>
    </vt:vector>
  </HeadingPairs>
  <TitlesOfParts>
    <vt:vector size="57" baseType="lpstr">
      <vt:lpstr>Arial</vt:lpstr>
      <vt:lpstr>Calibri</vt:lpstr>
      <vt:lpstr>Tw Cen MT</vt:lpstr>
      <vt:lpstr>Tw Cen MT Condensed</vt:lpstr>
      <vt:lpstr>Wingdings</vt:lpstr>
      <vt:lpstr>Wingdings 3</vt:lpstr>
      <vt:lpstr>Theme_SE2019s1</vt:lpstr>
      <vt:lpstr>Chapter 5 – System Modeling</vt:lpstr>
      <vt:lpstr>Topics covered</vt:lpstr>
      <vt:lpstr>System modeling</vt:lpstr>
      <vt:lpstr>Existing and planned system models</vt:lpstr>
      <vt:lpstr>System perspectives</vt:lpstr>
      <vt:lpstr>Use of graphical models</vt:lpstr>
      <vt:lpstr>UML diagram types</vt:lpstr>
      <vt:lpstr>External Perspectives</vt:lpstr>
      <vt:lpstr>Context models &amp; SYSTEM BOUNDARIES</vt:lpstr>
      <vt:lpstr>The context of the Mentcare system </vt:lpstr>
      <vt:lpstr>Process perspective</vt:lpstr>
      <vt:lpstr>Process model of involuntary detention </vt:lpstr>
      <vt:lpstr>Interaction Perspectives</vt:lpstr>
      <vt:lpstr>Interaction models</vt:lpstr>
      <vt:lpstr>Use case modeling</vt:lpstr>
      <vt:lpstr>Transfer-data use case </vt:lpstr>
      <vt:lpstr>Use cases in the Mentcare system involving the role ‘Medical Receptionist’ </vt:lpstr>
      <vt:lpstr>Use-case scenario tabular template</vt:lpstr>
      <vt:lpstr>A use-case example</vt:lpstr>
      <vt:lpstr>Sequence diagrams</vt:lpstr>
      <vt:lpstr>Sequence diagram of use case: enter wrong account information</vt:lpstr>
      <vt:lpstr>Sequence diagrams - Example</vt:lpstr>
      <vt:lpstr>Sequence diagrams - Example</vt:lpstr>
      <vt:lpstr>Sequence diagrams - Example</vt:lpstr>
      <vt:lpstr>Sequence diagrams - Example</vt:lpstr>
      <vt:lpstr>Structural Perspectives</vt:lpstr>
      <vt:lpstr>Structural models</vt:lpstr>
      <vt:lpstr>Class diagrams</vt:lpstr>
      <vt:lpstr>Class diagrams</vt:lpstr>
      <vt:lpstr>Class diagrams</vt:lpstr>
      <vt:lpstr>Class diagrams - Relationships</vt:lpstr>
      <vt:lpstr>Class diagrams - Generalization</vt:lpstr>
      <vt:lpstr>Database diagrams vs class diagrams</vt:lpstr>
      <vt:lpstr>behavioral perspectives</vt:lpstr>
      <vt:lpstr>Behavioral models</vt:lpstr>
      <vt:lpstr>Data-driven modeling</vt:lpstr>
      <vt:lpstr>An activity model of the insulin pump’s operation </vt:lpstr>
      <vt:lpstr>Order processing – An alternative to represent behaviors </vt:lpstr>
      <vt:lpstr>Event-driven modeling</vt:lpstr>
      <vt:lpstr>State diagram of a microwave oven </vt:lpstr>
      <vt:lpstr>Microwave oven operation </vt:lpstr>
      <vt:lpstr>States and stimuli for the microwave oven </vt:lpstr>
      <vt:lpstr>States and stimuli for the microwave oven (cont.) </vt:lpstr>
      <vt:lpstr>Summary</vt:lpstr>
      <vt:lpstr>Summary (cont.)</vt:lpstr>
      <vt:lpstr>More on UML</vt:lpstr>
      <vt:lpstr>Collaboration / Communication diagrams</vt:lpstr>
      <vt:lpstr>Sequence vs. collaboration diagrams</vt:lpstr>
      <vt:lpstr>Activity diagrams</vt:lpstr>
      <vt:lpstr>Activity diagrams (cont.)</vt:lpstr>
    </vt:vector>
  </TitlesOfParts>
  <Company>HCMUT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 - chap5. sys. modeling</dc:title>
  <dc:creator>Thang Bui</dc:creator>
  <cp:lastModifiedBy>Tâm Nguyễn</cp:lastModifiedBy>
  <cp:revision>159</cp:revision>
  <cp:lastPrinted>2017-12-20T07:07:37Z</cp:lastPrinted>
  <dcterms:created xsi:type="dcterms:W3CDTF">2010-01-15T13:50:47Z</dcterms:created>
  <dcterms:modified xsi:type="dcterms:W3CDTF">2026-09-14T05:31:07Z</dcterms:modified>
</cp:coreProperties>
</file>