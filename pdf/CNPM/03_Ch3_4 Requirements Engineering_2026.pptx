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2" r:id="rId1"/>
  </p:sldMasterIdLst>
  <p:notesMasterIdLst>
    <p:notesMasterId r:id="rId56"/>
  </p:notesMasterIdLst>
  <p:handoutMasterIdLst>
    <p:handoutMasterId r:id="rId57"/>
  </p:handoutMasterIdLst>
  <p:sldIdLst>
    <p:sldId id="256" r:id="rId2"/>
    <p:sldId id="458" r:id="rId3"/>
    <p:sldId id="573" r:id="rId4"/>
    <p:sldId id="371" r:id="rId5"/>
    <p:sldId id="415" r:id="rId6"/>
    <p:sldId id="278" r:id="rId7"/>
    <p:sldId id="282" r:id="rId8"/>
    <p:sldId id="575" r:id="rId9"/>
    <p:sldId id="576" r:id="rId10"/>
    <p:sldId id="289" r:id="rId11"/>
    <p:sldId id="370" r:id="rId12"/>
    <p:sldId id="446" r:id="rId13"/>
    <p:sldId id="378" r:id="rId14"/>
    <p:sldId id="457" r:id="rId15"/>
    <p:sldId id="583" r:id="rId16"/>
    <p:sldId id="388" r:id="rId17"/>
    <p:sldId id="386" r:id="rId18"/>
    <p:sldId id="460" r:id="rId19"/>
    <p:sldId id="389" r:id="rId20"/>
    <p:sldId id="391" r:id="rId21"/>
    <p:sldId id="390" r:id="rId22"/>
    <p:sldId id="392" r:id="rId23"/>
    <p:sldId id="393" r:id="rId24"/>
    <p:sldId id="394" r:id="rId25"/>
    <p:sldId id="461" r:id="rId26"/>
    <p:sldId id="372" r:id="rId27"/>
    <p:sldId id="320" r:id="rId28"/>
    <p:sldId id="265" r:id="rId29"/>
    <p:sldId id="462" r:id="rId30"/>
    <p:sldId id="556" r:id="rId31"/>
    <p:sldId id="322" r:id="rId32"/>
    <p:sldId id="577" r:id="rId33"/>
    <p:sldId id="430" r:id="rId34"/>
    <p:sldId id="578" r:id="rId35"/>
    <p:sldId id="579" r:id="rId36"/>
    <p:sldId id="433" r:id="rId37"/>
    <p:sldId id="580" r:id="rId38"/>
    <p:sldId id="453" r:id="rId39"/>
    <p:sldId id="381" r:id="rId40"/>
    <p:sldId id="581" r:id="rId41"/>
    <p:sldId id="582" r:id="rId42"/>
    <p:sldId id="571" r:id="rId43"/>
    <p:sldId id="584" r:id="rId44"/>
    <p:sldId id="296" r:id="rId45"/>
    <p:sldId id="297" r:id="rId46"/>
    <p:sldId id="572" r:id="rId47"/>
    <p:sldId id="585" r:id="rId48"/>
    <p:sldId id="407" r:id="rId49"/>
    <p:sldId id="410" r:id="rId50"/>
    <p:sldId id="414" r:id="rId51"/>
    <p:sldId id="350" r:id="rId52"/>
    <p:sldId id="423" r:id="rId53"/>
    <p:sldId id="351" r:id="rId54"/>
    <p:sldId id="309" r:id="rId55"/>
  </p:sldIdLst>
  <p:sldSz cx="12192000" cy="6858000"/>
  <p:notesSz cx="6735763" cy="9866313"/>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29" autoAdjust="0"/>
    <p:restoredTop sz="73131" autoAdjust="0"/>
  </p:normalViewPr>
  <p:slideViewPr>
    <p:cSldViewPr snapToObjects="1">
      <p:cViewPr varScale="1">
        <p:scale>
          <a:sx n="88" d="100"/>
          <a:sy n="88" d="100"/>
        </p:scale>
        <p:origin x="1048" y="184"/>
      </p:cViewPr>
      <p:guideLst>
        <p:guide orient="horz" pos="2160"/>
        <p:guide pos="3840"/>
      </p:guideLst>
    </p:cSldViewPr>
  </p:slideViewPr>
  <p:notesTextViewPr>
    <p:cViewPr>
      <p:scale>
        <a:sx n="100" d="100"/>
        <a:sy n="100" d="100"/>
      </p:scale>
      <p:origin x="0" y="0"/>
    </p:cViewPr>
  </p:notesTextViewPr>
  <p:notesViewPr>
    <p:cSldViewPr snapToObjects="1">
      <p:cViewPr varScale="1">
        <p:scale>
          <a:sx n="67" d="100"/>
          <a:sy n="67" d="100"/>
        </p:scale>
        <p:origin x="3704" y="184"/>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h Nguyen Duc" userId="04a5c95d-4a59-4e21-b199-e9922fb46c5c" providerId="ADAL" clId="{2AB8EBD5-DD33-4290-9992-79417BDD49EB}"/>
    <pc:docChg chg="undo custSel addSld delSld modSld sldOrd">
      <pc:chgData name="Anh Nguyen Duc" userId="04a5c95d-4a59-4e21-b199-e9922fb46c5c" providerId="ADAL" clId="{2AB8EBD5-DD33-4290-9992-79417BDD49EB}" dt="2023-02-01T09:57:42.668" v="534" actId="207"/>
      <pc:docMkLst>
        <pc:docMk/>
      </pc:docMkLst>
      <pc:sldChg chg="add del">
        <pc:chgData name="Anh Nguyen Duc" userId="04a5c95d-4a59-4e21-b199-e9922fb46c5c" providerId="ADAL" clId="{2AB8EBD5-DD33-4290-9992-79417BDD49EB}" dt="2023-01-31T22:04:32.479" v="17" actId="47"/>
        <pc:sldMkLst>
          <pc:docMk/>
          <pc:sldMk cId="0" sldId="257"/>
        </pc:sldMkLst>
      </pc:sldChg>
      <pc:sldChg chg="add del">
        <pc:chgData name="Anh Nguyen Duc" userId="04a5c95d-4a59-4e21-b199-e9922fb46c5c" providerId="ADAL" clId="{2AB8EBD5-DD33-4290-9992-79417BDD49EB}" dt="2023-01-31T22:04:32.479" v="17" actId="47"/>
        <pc:sldMkLst>
          <pc:docMk/>
          <pc:sldMk cId="0" sldId="258"/>
        </pc:sldMkLst>
      </pc:sldChg>
      <pc:sldChg chg="del">
        <pc:chgData name="Anh Nguyen Duc" userId="04a5c95d-4a59-4e21-b199-e9922fb46c5c" providerId="ADAL" clId="{2AB8EBD5-DD33-4290-9992-79417BDD49EB}" dt="2023-01-31T22:11:45.182" v="89" actId="2696"/>
        <pc:sldMkLst>
          <pc:docMk/>
          <pc:sldMk cId="3351495081" sldId="265"/>
        </pc:sldMkLst>
      </pc:sldChg>
      <pc:sldChg chg="del">
        <pc:chgData name="Anh Nguyen Duc" userId="04a5c95d-4a59-4e21-b199-e9922fb46c5c" providerId="ADAL" clId="{2AB8EBD5-DD33-4290-9992-79417BDD49EB}" dt="2023-01-31T22:11:45.182" v="89" actId="2696"/>
        <pc:sldMkLst>
          <pc:docMk/>
          <pc:sldMk cId="0" sldId="266"/>
        </pc:sldMkLst>
      </pc:sldChg>
      <pc:sldChg chg="add del">
        <pc:chgData name="Anh Nguyen Duc" userId="04a5c95d-4a59-4e21-b199-e9922fb46c5c" providerId="ADAL" clId="{2AB8EBD5-DD33-4290-9992-79417BDD49EB}" dt="2023-01-31T22:15:18.962" v="119" actId="47"/>
        <pc:sldMkLst>
          <pc:docMk/>
          <pc:sldMk cId="1831363296" sldId="266"/>
        </pc:sldMkLst>
      </pc:sldChg>
      <pc:sldChg chg="modSp mod">
        <pc:chgData name="Anh Nguyen Duc" userId="04a5c95d-4a59-4e21-b199-e9922fb46c5c" providerId="ADAL" clId="{2AB8EBD5-DD33-4290-9992-79417BDD49EB}" dt="2023-02-01T06:43:41.579" v="409" actId="20577"/>
        <pc:sldMkLst>
          <pc:docMk/>
          <pc:sldMk cId="0" sldId="276"/>
        </pc:sldMkLst>
        <pc:spChg chg="mod">
          <ac:chgData name="Anh Nguyen Duc" userId="04a5c95d-4a59-4e21-b199-e9922fb46c5c" providerId="ADAL" clId="{2AB8EBD5-DD33-4290-9992-79417BDD49EB}" dt="2023-02-01T06:43:41.579" v="409" actId="20577"/>
          <ac:spMkLst>
            <pc:docMk/>
            <pc:sldMk cId="0" sldId="276"/>
            <ac:spMk id="3" creationId="{00000000-0000-0000-0000-000000000000}"/>
          </ac:spMkLst>
        </pc:spChg>
      </pc:sldChg>
      <pc:sldChg chg="del">
        <pc:chgData name="Anh Nguyen Duc" userId="04a5c95d-4a59-4e21-b199-e9922fb46c5c" providerId="ADAL" clId="{2AB8EBD5-DD33-4290-9992-79417BDD49EB}" dt="2023-01-31T22:03:05.453" v="4" actId="47"/>
        <pc:sldMkLst>
          <pc:docMk/>
          <pc:sldMk cId="0" sldId="277"/>
        </pc:sldMkLst>
      </pc:sldChg>
      <pc:sldChg chg="ord">
        <pc:chgData name="Anh Nguyen Duc" userId="04a5c95d-4a59-4e21-b199-e9922fb46c5c" providerId="ADAL" clId="{2AB8EBD5-DD33-4290-9992-79417BDD49EB}" dt="2023-01-31T22:03:03.186" v="3"/>
        <pc:sldMkLst>
          <pc:docMk/>
          <pc:sldMk cId="0" sldId="278"/>
        </pc:sldMkLst>
      </pc:sldChg>
      <pc:sldChg chg="add del">
        <pc:chgData name="Anh Nguyen Duc" userId="04a5c95d-4a59-4e21-b199-e9922fb46c5c" providerId="ADAL" clId="{2AB8EBD5-DD33-4290-9992-79417BDD49EB}" dt="2023-01-31T22:03:39.290" v="12" actId="47"/>
        <pc:sldMkLst>
          <pc:docMk/>
          <pc:sldMk cId="0" sldId="280"/>
        </pc:sldMkLst>
      </pc:sldChg>
      <pc:sldChg chg="add">
        <pc:chgData name="Anh Nguyen Duc" userId="04a5c95d-4a59-4e21-b199-e9922fb46c5c" providerId="ADAL" clId="{2AB8EBD5-DD33-4290-9992-79417BDD49EB}" dt="2023-01-31T22:03:58.615" v="14"/>
        <pc:sldMkLst>
          <pc:docMk/>
          <pc:sldMk cId="2364724844" sldId="281"/>
        </pc:sldMkLst>
      </pc:sldChg>
      <pc:sldChg chg="add">
        <pc:chgData name="Anh Nguyen Duc" userId="04a5c95d-4a59-4e21-b199-e9922fb46c5c" providerId="ADAL" clId="{2AB8EBD5-DD33-4290-9992-79417BDD49EB}" dt="2023-01-31T22:03:58.615" v="14"/>
        <pc:sldMkLst>
          <pc:docMk/>
          <pc:sldMk cId="1816583029" sldId="282"/>
        </pc:sldMkLst>
      </pc:sldChg>
      <pc:sldChg chg="del">
        <pc:chgData name="Anh Nguyen Duc" userId="04a5c95d-4a59-4e21-b199-e9922fb46c5c" providerId="ADAL" clId="{2AB8EBD5-DD33-4290-9992-79417BDD49EB}" dt="2023-01-31T22:03:53.766" v="13" actId="2696"/>
        <pc:sldMkLst>
          <pc:docMk/>
          <pc:sldMk cId="408304770" sldId="283"/>
        </pc:sldMkLst>
      </pc:sldChg>
      <pc:sldChg chg="del">
        <pc:chgData name="Anh Nguyen Duc" userId="04a5c95d-4a59-4e21-b199-e9922fb46c5c" providerId="ADAL" clId="{2AB8EBD5-DD33-4290-9992-79417BDD49EB}" dt="2023-01-31T22:26:47.108" v="223" actId="47"/>
        <pc:sldMkLst>
          <pc:docMk/>
          <pc:sldMk cId="0" sldId="285"/>
        </pc:sldMkLst>
      </pc:sldChg>
      <pc:sldChg chg="del">
        <pc:chgData name="Anh Nguyen Duc" userId="04a5c95d-4a59-4e21-b199-e9922fb46c5c" providerId="ADAL" clId="{2AB8EBD5-DD33-4290-9992-79417BDD49EB}" dt="2023-01-31T22:26:50.042" v="224" actId="47"/>
        <pc:sldMkLst>
          <pc:docMk/>
          <pc:sldMk cId="0" sldId="286"/>
        </pc:sldMkLst>
      </pc:sldChg>
      <pc:sldChg chg="modSp add mod">
        <pc:chgData name="Anh Nguyen Duc" userId="04a5c95d-4a59-4e21-b199-e9922fb46c5c" providerId="ADAL" clId="{2AB8EBD5-DD33-4290-9992-79417BDD49EB}" dt="2023-01-31T22:10:36.506" v="88" actId="20577"/>
        <pc:sldMkLst>
          <pc:docMk/>
          <pc:sldMk cId="3274098541" sldId="289"/>
        </pc:sldMkLst>
        <pc:spChg chg="mod">
          <ac:chgData name="Anh Nguyen Duc" userId="04a5c95d-4a59-4e21-b199-e9922fb46c5c" providerId="ADAL" clId="{2AB8EBD5-DD33-4290-9992-79417BDD49EB}" dt="2023-01-31T22:10:36.506" v="88" actId="20577"/>
          <ac:spMkLst>
            <pc:docMk/>
            <pc:sldMk cId="3274098541" sldId="289"/>
            <ac:spMk id="44035" creationId="{00000000-0000-0000-0000-000000000000}"/>
          </ac:spMkLst>
        </pc:spChg>
      </pc:sldChg>
      <pc:sldChg chg="add">
        <pc:chgData name="Anh Nguyen Duc" userId="04a5c95d-4a59-4e21-b199-e9922fb46c5c" providerId="ADAL" clId="{2AB8EBD5-DD33-4290-9992-79417BDD49EB}" dt="2023-01-31T22:11:54.997" v="90"/>
        <pc:sldMkLst>
          <pc:docMk/>
          <pc:sldMk cId="1121879337" sldId="320"/>
        </pc:sldMkLst>
      </pc:sldChg>
      <pc:sldChg chg="del">
        <pc:chgData name="Anh Nguyen Duc" userId="04a5c95d-4a59-4e21-b199-e9922fb46c5c" providerId="ADAL" clId="{2AB8EBD5-DD33-4290-9992-79417BDD49EB}" dt="2023-01-31T22:11:45.182" v="89" actId="2696"/>
        <pc:sldMkLst>
          <pc:docMk/>
          <pc:sldMk cId="0" sldId="321"/>
        </pc:sldMkLst>
      </pc:sldChg>
      <pc:sldChg chg="add del">
        <pc:chgData name="Anh Nguyen Duc" userId="04a5c95d-4a59-4e21-b199-e9922fb46c5c" providerId="ADAL" clId="{2AB8EBD5-DD33-4290-9992-79417BDD49EB}" dt="2023-01-31T22:15:05.430" v="118" actId="47"/>
        <pc:sldMkLst>
          <pc:docMk/>
          <pc:sldMk cId="2983972881" sldId="321"/>
        </pc:sldMkLst>
      </pc:sldChg>
      <pc:sldChg chg="del">
        <pc:chgData name="Anh Nguyen Duc" userId="04a5c95d-4a59-4e21-b199-e9922fb46c5c" providerId="ADAL" clId="{2AB8EBD5-DD33-4290-9992-79417BDD49EB}" dt="2023-01-31T22:11:45.182" v="89" actId="2696"/>
        <pc:sldMkLst>
          <pc:docMk/>
          <pc:sldMk cId="1402789212" sldId="322"/>
        </pc:sldMkLst>
        <pc:spChg chg="mod">
          <ac:chgData name="Anh Nguyen Duc" userId="04a5c95d-4a59-4e21-b199-e9922fb46c5c" providerId="ADAL" clId="{2AB8EBD5-DD33-4290-9992-79417BDD49EB}" dt="2023-01-31T22:16:09.415" v="172" actId="20577"/>
          <ac:spMkLst>
            <pc:docMk/>
            <pc:sldMk cId="1402789212" sldId="322"/>
            <ac:spMk id="3" creationId="{00000000-0000-0000-0000-000000000000}"/>
          </ac:spMkLst>
        </pc:spChg>
        <pc:graphicFrameChg chg="add mod">
          <ac:chgData name="Anh Nguyen Duc" userId="04a5c95d-4a59-4e21-b199-e9922fb46c5c" providerId="ADAL" clId="{2AB8EBD5-DD33-4290-9992-79417BDD49EB}" dt="2023-01-31T22:15:55.222" v="133" actId="1076"/>
          <ac:graphicFrameMkLst>
            <pc:docMk/>
            <pc:sldMk cId="1402789212" sldId="322"/>
            <ac:graphicFrameMk id="4" creationId="{F35D74B6-A6A6-D7C9-03EE-E5397BD69EEA}"/>
          </ac:graphicFrameMkLst>
        </pc:graphicFrameChg>
      </pc:sldChg>
      <pc:sldChg chg="add">
        <pc:chgData name="Anh Nguyen Duc" userId="04a5c95d-4a59-4e21-b199-e9922fb46c5c" providerId="ADAL" clId="{2AB8EBD5-DD33-4290-9992-79417BDD49EB}" dt="2023-01-31T22:09:53.659" v="65"/>
        <pc:sldMkLst>
          <pc:docMk/>
          <pc:sldMk cId="4098586346" sldId="370"/>
        </pc:sldMkLst>
      </pc:sldChg>
      <pc:sldChg chg="del">
        <pc:chgData name="Anh Nguyen Duc" userId="04a5c95d-4a59-4e21-b199-e9922fb46c5c" providerId="ADAL" clId="{2AB8EBD5-DD33-4290-9992-79417BDD49EB}" dt="2023-01-31T22:09:40.578" v="64" actId="2696"/>
        <pc:sldMkLst>
          <pc:docMk/>
          <pc:sldMk cId="4204950912" sldId="370"/>
        </pc:sldMkLst>
      </pc:sldChg>
      <pc:sldChg chg="add">
        <pc:chgData name="Anh Nguyen Duc" userId="04a5c95d-4a59-4e21-b199-e9922fb46c5c" providerId="ADAL" clId="{2AB8EBD5-DD33-4290-9992-79417BDD49EB}" dt="2023-01-31T22:11:54.997" v="90"/>
        <pc:sldMkLst>
          <pc:docMk/>
          <pc:sldMk cId="1655384566" sldId="372"/>
        </pc:sldMkLst>
      </pc:sldChg>
      <pc:sldChg chg="del">
        <pc:chgData name="Anh Nguyen Duc" userId="04a5c95d-4a59-4e21-b199-e9922fb46c5c" providerId="ADAL" clId="{2AB8EBD5-DD33-4290-9992-79417BDD49EB}" dt="2023-01-31T22:11:45.182" v="89" actId="2696"/>
        <pc:sldMkLst>
          <pc:docMk/>
          <pc:sldMk cId="2521126771" sldId="372"/>
        </pc:sldMkLst>
      </pc:sldChg>
      <pc:sldChg chg="add del">
        <pc:chgData name="Anh Nguyen Duc" userId="04a5c95d-4a59-4e21-b199-e9922fb46c5c" providerId="ADAL" clId="{2AB8EBD5-DD33-4290-9992-79417BDD49EB}" dt="2023-01-31T22:03:36.828" v="10" actId="47"/>
        <pc:sldMkLst>
          <pc:docMk/>
          <pc:sldMk cId="718945795" sldId="379"/>
        </pc:sldMkLst>
      </pc:sldChg>
      <pc:sldChg chg="del">
        <pc:chgData name="Anh Nguyen Duc" userId="04a5c95d-4a59-4e21-b199-e9922fb46c5c" providerId="ADAL" clId="{2AB8EBD5-DD33-4290-9992-79417BDD49EB}" dt="2023-01-31T22:20:29.839" v="209" actId="2696"/>
        <pc:sldMkLst>
          <pc:docMk/>
          <pc:sldMk cId="1436946222" sldId="381"/>
        </pc:sldMkLst>
      </pc:sldChg>
      <pc:sldChg chg="add">
        <pc:chgData name="Anh Nguyen Duc" userId="04a5c95d-4a59-4e21-b199-e9922fb46c5c" providerId="ADAL" clId="{2AB8EBD5-DD33-4290-9992-79417BDD49EB}" dt="2023-02-01T06:43:07.518" v="363"/>
        <pc:sldMkLst>
          <pc:docMk/>
          <pc:sldMk cId="2148630472" sldId="381"/>
        </pc:sldMkLst>
      </pc:sldChg>
      <pc:sldChg chg="add del">
        <pc:chgData name="Anh Nguyen Duc" userId="04a5c95d-4a59-4e21-b199-e9922fb46c5c" providerId="ADAL" clId="{2AB8EBD5-DD33-4290-9992-79417BDD49EB}" dt="2023-02-01T06:42:51.665" v="362" actId="2696"/>
        <pc:sldMkLst>
          <pc:docMk/>
          <pc:sldMk cId="3272449892" sldId="381"/>
        </pc:sldMkLst>
      </pc:sldChg>
      <pc:sldChg chg="del">
        <pc:chgData name="Anh Nguyen Duc" userId="04a5c95d-4a59-4e21-b199-e9922fb46c5c" providerId="ADAL" clId="{2AB8EBD5-DD33-4290-9992-79417BDD49EB}" dt="2023-01-31T22:03:53.766" v="13" actId="2696"/>
        <pc:sldMkLst>
          <pc:docMk/>
          <pc:sldMk cId="122180281" sldId="382"/>
        </pc:sldMkLst>
      </pc:sldChg>
      <pc:sldChg chg="add del">
        <pc:chgData name="Anh Nguyen Duc" userId="04a5c95d-4a59-4e21-b199-e9922fb46c5c" providerId="ADAL" clId="{2AB8EBD5-DD33-4290-9992-79417BDD49EB}" dt="2023-01-31T22:05:34.854" v="22" actId="47"/>
        <pc:sldMkLst>
          <pc:docMk/>
          <pc:sldMk cId="1831279659" sldId="382"/>
        </pc:sldMkLst>
      </pc:sldChg>
      <pc:sldChg chg="del">
        <pc:chgData name="Anh Nguyen Duc" userId="04a5c95d-4a59-4e21-b199-e9922fb46c5c" providerId="ADAL" clId="{2AB8EBD5-DD33-4290-9992-79417BDD49EB}" dt="2023-01-31T22:06:22.906" v="25" actId="2696"/>
        <pc:sldMkLst>
          <pc:docMk/>
          <pc:sldMk cId="1056440605" sldId="386"/>
        </pc:sldMkLst>
      </pc:sldChg>
      <pc:sldChg chg="modSp add mod">
        <pc:chgData name="Anh Nguyen Duc" userId="04a5c95d-4a59-4e21-b199-e9922fb46c5c" providerId="ADAL" clId="{2AB8EBD5-DD33-4290-9992-79417BDD49EB}" dt="2023-01-31T22:07:44.093" v="61" actId="6549"/>
        <pc:sldMkLst>
          <pc:docMk/>
          <pc:sldMk cId="3199134762" sldId="386"/>
        </pc:sldMkLst>
        <pc:spChg chg="mod">
          <ac:chgData name="Anh Nguyen Duc" userId="04a5c95d-4a59-4e21-b199-e9922fb46c5c" providerId="ADAL" clId="{2AB8EBD5-DD33-4290-9992-79417BDD49EB}" dt="2023-01-31T22:07:44.093" v="61" actId="6549"/>
          <ac:spMkLst>
            <pc:docMk/>
            <pc:sldMk cId="3199134762" sldId="386"/>
            <ac:spMk id="29698" creationId="{00000000-0000-0000-0000-000000000000}"/>
          </ac:spMkLst>
        </pc:spChg>
      </pc:sldChg>
      <pc:sldChg chg="del">
        <pc:chgData name="Anh Nguyen Duc" userId="04a5c95d-4a59-4e21-b199-e9922fb46c5c" providerId="ADAL" clId="{2AB8EBD5-DD33-4290-9992-79417BDD49EB}" dt="2023-01-31T22:06:22.906" v="25" actId="2696"/>
        <pc:sldMkLst>
          <pc:docMk/>
          <pc:sldMk cId="2016928596" sldId="388"/>
        </pc:sldMkLst>
      </pc:sldChg>
      <pc:sldChg chg="add">
        <pc:chgData name="Anh Nguyen Duc" userId="04a5c95d-4a59-4e21-b199-e9922fb46c5c" providerId="ADAL" clId="{2AB8EBD5-DD33-4290-9992-79417BDD49EB}" dt="2023-01-31T22:06:26.942" v="26"/>
        <pc:sldMkLst>
          <pc:docMk/>
          <pc:sldMk cId="2624416133" sldId="388"/>
        </pc:sldMkLst>
      </pc:sldChg>
      <pc:sldChg chg="del">
        <pc:chgData name="Anh Nguyen Duc" userId="04a5c95d-4a59-4e21-b199-e9922fb46c5c" providerId="ADAL" clId="{2AB8EBD5-DD33-4290-9992-79417BDD49EB}" dt="2023-01-31T22:11:45.182" v="89" actId="2696"/>
        <pc:sldMkLst>
          <pc:docMk/>
          <pc:sldMk cId="537447715" sldId="389"/>
        </pc:sldMkLst>
      </pc:sldChg>
      <pc:sldChg chg="modSp add mod">
        <pc:chgData name="Anh Nguyen Duc" userId="04a5c95d-4a59-4e21-b199-e9922fb46c5c" providerId="ADAL" clId="{2AB8EBD5-DD33-4290-9992-79417BDD49EB}" dt="2023-01-31T22:12:24.290" v="94" actId="6549"/>
        <pc:sldMkLst>
          <pc:docMk/>
          <pc:sldMk cId="826224022" sldId="389"/>
        </pc:sldMkLst>
        <pc:spChg chg="mod">
          <ac:chgData name="Anh Nguyen Duc" userId="04a5c95d-4a59-4e21-b199-e9922fb46c5c" providerId="ADAL" clId="{2AB8EBD5-DD33-4290-9992-79417BDD49EB}" dt="2023-01-31T22:12:24.290" v="94" actId="6549"/>
          <ac:spMkLst>
            <pc:docMk/>
            <pc:sldMk cId="826224022" sldId="389"/>
            <ac:spMk id="7171" creationId="{00000000-0000-0000-0000-000000000000}"/>
          </ac:spMkLst>
        </pc:spChg>
      </pc:sldChg>
      <pc:sldChg chg="del">
        <pc:chgData name="Anh Nguyen Duc" userId="04a5c95d-4a59-4e21-b199-e9922fb46c5c" providerId="ADAL" clId="{2AB8EBD5-DD33-4290-9992-79417BDD49EB}" dt="2023-01-31T22:11:45.182" v="89" actId="2696"/>
        <pc:sldMkLst>
          <pc:docMk/>
          <pc:sldMk cId="1446757134" sldId="390"/>
        </pc:sldMkLst>
      </pc:sldChg>
      <pc:sldChg chg="add">
        <pc:chgData name="Anh Nguyen Duc" userId="04a5c95d-4a59-4e21-b199-e9922fb46c5c" providerId="ADAL" clId="{2AB8EBD5-DD33-4290-9992-79417BDD49EB}" dt="2023-01-31T22:11:54.997" v="90"/>
        <pc:sldMkLst>
          <pc:docMk/>
          <pc:sldMk cId="3129730086" sldId="390"/>
        </pc:sldMkLst>
      </pc:sldChg>
      <pc:sldChg chg="del">
        <pc:chgData name="Anh Nguyen Duc" userId="04a5c95d-4a59-4e21-b199-e9922fb46c5c" providerId="ADAL" clId="{2AB8EBD5-DD33-4290-9992-79417BDD49EB}" dt="2023-01-31T22:11:45.182" v="89" actId="2696"/>
        <pc:sldMkLst>
          <pc:docMk/>
          <pc:sldMk cId="830445615" sldId="391"/>
        </pc:sldMkLst>
      </pc:sldChg>
      <pc:sldChg chg="add">
        <pc:chgData name="Anh Nguyen Duc" userId="04a5c95d-4a59-4e21-b199-e9922fb46c5c" providerId="ADAL" clId="{2AB8EBD5-DD33-4290-9992-79417BDD49EB}" dt="2023-01-31T22:11:54.997" v="90"/>
        <pc:sldMkLst>
          <pc:docMk/>
          <pc:sldMk cId="3560704634" sldId="391"/>
        </pc:sldMkLst>
      </pc:sldChg>
      <pc:sldChg chg="modSp add mod">
        <pc:chgData name="Anh Nguyen Duc" userId="04a5c95d-4a59-4e21-b199-e9922fb46c5c" providerId="ADAL" clId="{2AB8EBD5-DD33-4290-9992-79417BDD49EB}" dt="2023-01-31T22:12:37.768" v="95" actId="6549"/>
        <pc:sldMkLst>
          <pc:docMk/>
          <pc:sldMk cId="1359921061" sldId="392"/>
        </pc:sldMkLst>
        <pc:spChg chg="mod">
          <ac:chgData name="Anh Nguyen Duc" userId="04a5c95d-4a59-4e21-b199-e9922fb46c5c" providerId="ADAL" clId="{2AB8EBD5-DD33-4290-9992-79417BDD49EB}" dt="2023-01-31T22:12:37.768" v="95" actId="6549"/>
          <ac:spMkLst>
            <pc:docMk/>
            <pc:sldMk cId="1359921061" sldId="392"/>
            <ac:spMk id="3" creationId="{00000000-0000-0000-0000-000000000000}"/>
          </ac:spMkLst>
        </pc:spChg>
      </pc:sldChg>
      <pc:sldChg chg="del">
        <pc:chgData name="Anh Nguyen Duc" userId="04a5c95d-4a59-4e21-b199-e9922fb46c5c" providerId="ADAL" clId="{2AB8EBD5-DD33-4290-9992-79417BDD49EB}" dt="2023-01-31T22:11:45.182" v="89" actId="2696"/>
        <pc:sldMkLst>
          <pc:docMk/>
          <pc:sldMk cId="1496925937" sldId="392"/>
        </pc:sldMkLst>
      </pc:sldChg>
      <pc:sldChg chg="del">
        <pc:chgData name="Anh Nguyen Duc" userId="04a5c95d-4a59-4e21-b199-e9922fb46c5c" providerId="ADAL" clId="{2AB8EBD5-DD33-4290-9992-79417BDD49EB}" dt="2023-01-31T22:11:45.182" v="89" actId="2696"/>
        <pc:sldMkLst>
          <pc:docMk/>
          <pc:sldMk cId="2143816920" sldId="393"/>
        </pc:sldMkLst>
      </pc:sldChg>
      <pc:sldChg chg="add">
        <pc:chgData name="Anh Nguyen Duc" userId="04a5c95d-4a59-4e21-b199-e9922fb46c5c" providerId="ADAL" clId="{2AB8EBD5-DD33-4290-9992-79417BDD49EB}" dt="2023-01-31T22:11:54.997" v="90"/>
        <pc:sldMkLst>
          <pc:docMk/>
          <pc:sldMk cId="2364097185" sldId="393"/>
        </pc:sldMkLst>
      </pc:sldChg>
      <pc:sldChg chg="del">
        <pc:chgData name="Anh Nguyen Duc" userId="04a5c95d-4a59-4e21-b199-e9922fb46c5c" providerId="ADAL" clId="{2AB8EBD5-DD33-4290-9992-79417BDD49EB}" dt="2023-01-31T22:11:45.182" v="89" actId="2696"/>
        <pc:sldMkLst>
          <pc:docMk/>
          <pc:sldMk cId="239098894" sldId="394"/>
        </pc:sldMkLst>
      </pc:sldChg>
      <pc:sldChg chg="delSp add modAnim">
        <pc:chgData name="Anh Nguyen Duc" userId="04a5c95d-4a59-4e21-b199-e9922fb46c5c" providerId="ADAL" clId="{2AB8EBD5-DD33-4290-9992-79417BDD49EB}" dt="2023-01-31T22:12:49.665" v="96" actId="478"/>
        <pc:sldMkLst>
          <pc:docMk/>
          <pc:sldMk cId="2618619099" sldId="394"/>
        </pc:sldMkLst>
        <pc:picChg chg="del">
          <ac:chgData name="Anh Nguyen Duc" userId="04a5c95d-4a59-4e21-b199-e9922fb46c5c" providerId="ADAL" clId="{2AB8EBD5-DD33-4290-9992-79417BDD49EB}" dt="2023-01-31T22:12:49.665" v="96" actId="478"/>
          <ac:picMkLst>
            <pc:docMk/>
            <pc:sldMk cId="2618619099" sldId="394"/>
            <ac:picMk id="7170" creationId="{00000000-0000-0000-0000-000000000000}"/>
          </ac:picMkLst>
        </pc:picChg>
      </pc:sldChg>
      <pc:sldChg chg="del">
        <pc:chgData name="Anh Nguyen Duc" userId="04a5c95d-4a59-4e21-b199-e9922fb46c5c" providerId="ADAL" clId="{2AB8EBD5-DD33-4290-9992-79417BDD49EB}" dt="2023-01-31T22:11:45.182" v="89" actId="2696"/>
        <pc:sldMkLst>
          <pc:docMk/>
          <pc:sldMk cId="1389359603" sldId="395"/>
        </pc:sldMkLst>
      </pc:sldChg>
      <pc:sldChg chg="delSp add del modAnim">
        <pc:chgData name="Anh Nguyen Duc" userId="04a5c95d-4a59-4e21-b199-e9922fb46c5c" providerId="ADAL" clId="{2AB8EBD5-DD33-4290-9992-79417BDD49EB}" dt="2023-01-31T22:13:03.617" v="98" actId="47"/>
        <pc:sldMkLst>
          <pc:docMk/>
          <pc:sldMk cId="3046416162" sldId="395"/>
        </pc:sldMkLst>
        <pc:picChg chg="del">
          <ac:chgData name="Anh Nguyen Duc" userId="04a5c95d-4a59-4e21-b199-e9922fb46c5c" providerId="ADAL" clId="{2AB8EBD5-DD33-4290-9992-79417BDD49EB}" dt="2023-01-31T22:12:57.536" v="97" actId="478"/>
          <ac:picMkLst>
            <pc:docMk/>
            <pc:sldMk cId="3046416162" sldId="395"/>
            <ac:picMk id="8194" creationId="{00000000-0000-0000-0000-000000000000}"/>
          </ac:picMkLst>
        </pc:picChg>
      </pc:sldChg>
      <pc:sldChg chg="del">
        <pc:chgData name="Anh Nguyen Duc" userId="04a5c95d-4a59-4e21-b199-e9922fb46c5c" providerId="ADAL" clId="{2AB8EBD5-DD33-4290-9992-79417BDD49EB}" dt="2023-01-31T22:28:15.500" v="232" actId="47"/>
        <pc:sldMkLst>
          <pc:docMk/>
          <pc:sldMk cId="2085424633" sldId="404"/>
        </pc:sldMkLst>
      </pc:sldChg>
      <pc:sldChg chg="del">
        <pc:chgData name="Anh Nguyen Duc" userId="04a5c95d-4a59-4e21-b199-e9922fb46c5c" providerId="ADAL" clId="{2AB8EBD5-DD33-4290-9992-79417BDD49EB}" dt="2023-02-01T09:57:25.475" v="530" actId="47"/>
        <pc:sldMkLst>
          <pc:docMk/>
          <pc:sldMk cId="673393039" sldId="405"/>
        </pc:sldMkLst>
      </pc:sldChg>
      <pc:sldChg chg="del">
        <pc:chgData name="Anh Nguyen Duc" userId="04a5c95d-4a59-4e21-b199-e9922fb46c5c" providerId="ADAL" clId="{2AB8EBD5-DD33-4290-9992-79417BDD49EB}" dt="2023-02-01T09:57:33.403" v="532" actId="47"/>
        <pc:sldMkLst>
          <pc:docMk/>
          <pc:sldMk cId="1685891436" sldId="406"/>
        </pc:sldMkLst>
      </pc:sldChg>
      <pc:sldChg chg="add del">
        <pc:chgData name="Anh Nguyen Duc" userId="04a5c95d-4a59-4e21-b199-e9922fb46c5c" providerId="ADAL" clId="{2AB8EBD5-DD33-4290-9992-79417BDD49EB}" dt="2023-01-31T22:04:13.181" v="15" actId="2696"/>
        <pc:sldMkLst>
          <pc:docMk/>
          <pc:sldMk cId="1670471641" sldId="416"/>
        </pc:sldMkLst>
      </pc:sldChg>
      <pc:sldChg chg="add">
        <pc:chgData name="Anh Nguyen Duc" userId="04a5c95d-4a59-4e21-b199-e9922fb46c5c" providerId="ADAL" clId="{2AB8EBD5-DD33-4290-9992-79417BDD49EB}" dt="2023-01-31T22:04:17.860" v="16"/>
        <pc:sldMkLst>
          <pc:docMk/>
          <pc:sldMk cId="3641313717" sldId="416"/>
        </pc:sldMkLst>
      </pc:sldChg>
      <pc:sldChg chg="add">
        <pc:chgData name="Anh Nguyen Duc" userId="04a5c95d-4a59-4e21-b199-e9922fb46c5c" providerId="ADAL" clId="{2AB8EBD5-DD33-4290-9992-79417BDD49EB}" dt="2023-02-01T06:43:07.518" v="363"/>
        <pc:sldMkLst>
          <pc:docMk/>
          <pc:sldMk cId="1245203155" sldId="418"/>
        </pc:sldMkLst>
      </pc:sldChg>
      <pc:sldChg chg="add del">
        <pc:chgData name="Anh Nguyen Duc" userId="04a5c95d-4a59-4e21-b199-e9922fb46c5c" providerId="ADAL" clId="{2AB8EBD5-DD33-4290-9992-79417BDD49EB}" dt="2023-02-01T06:42:51.665" v="362" actId="2696"/>
        <pc:sldMkLst>
          <pc:docMk/>
          <pc:sldMk cId="2910920534" sldId="418"/>
        </pc:sldMkLst>
      </pc:sldChg>
      <pc:sldChg chg="del">
        <pc:chgData name="Anh Nguyen Duc" userId="04a5c95d-4a59-4e21-b199-e9922fb46c5c" providerId="ADAL" clId="{2AB8EBD5-DD33-4290-9992-79417BDD49EB}" dt="2023-01-31T22:20:29.839" v="209" actId="2696"/>
        <pc:sldMkLst>
          <pc:docMk/>
          <pc:sldMk cId="3278790402" sldId="418"/>
        </pc:sldMkLst>
      </pc:sldChg>
      <pc:sldChg chg="add del">
        <pc:chgData name="Anh Nguyen Duc" userId="04a5c95d-4a59-4e21-b199-e9922fb46c5c" providerId="ADAL" clId="{2AB8EBD5-DD33-4290-9992-79417BDD49EB}" dt="2023-02-01T06:42:51.665" v="362" actId="2696"/>
        <pc:sldMkLst>
          <pc:docMk/>
          <pc:sldMk cId="396695063" sldId="419"/>
        </pc:sldMkLst>
      </pc:sldChg>
      <pc:sldChg chg="del">
        <pc:chgData name="Anh Nguyen Duc" userId="04a5c95d-4a59-4e21-b199-e9922fb46c5c" providerId="ADAL" clId="{2AB8EBD5-DD33-4290-9992-79417BDD49EB}" dt="2023-01-31T22:20:29.839" v="209" actId="2696"/>
        <pc:sldMkLst>
          <pc:docMk/>
          <pc:sldMk cId="2737611586" sldId="419"/>
        </pc:sldMkLst>
      </pc:sldChg>
      <pc:sldChg chg="add">
        <pc:chgData name="Anh Nguyen Duc" userId="04a5c95d-4a59-4e21-b199-e9922fb46c5c" providerId="ADAL" clId="{2AB8EBD5-DD33-4290-9992-79417BDD49EB}" dt="2023-02-01T06:43:07.518" v="363"/>
        <pc:sldMkLst>
          <pc:docMk/>
          <pc:sldMk cId="4122050349" sldId="419"/>
        </pc:sldMkLst>
      </pc:sldChg>
      <pc:sldChg chg="del">
        <pc:chgData name="Anh Nguyen Duc" userId="04a5c95d-4a59-4e21-b199-e9922fb46c5c" providerId="ADAL" clId="{2AB8EBD5-DD33-4290-9992-79417BDD49EB}" dt="2023-01-31T22:28:06.607" v="231" actId="47"/>
        <pc:sldMkLst>
          <pc:docMk/>
          <pc:sldMk cId="750765552" sldId="420"/>
        </pc:sldMkLst>
      </pc:sldChg>
      <pc:sldChg chg="del">
        <pc:chgData name="Anh Nguyen Duc" userId="04a5c95d-4a59-4e21-b199-e9922fb46c5c" providerId="ADAL" clId="{2AB8EBD5-DD33-4290-9992-79417BDD49EB}" dt="2023-01-31T22:06:22.906" v="25" actId="2696"/>
        <pc:sldMkLst>
          <pc:docMk/>
          <pc:sldMk cId="1219570908" sldId="421"/>
        </pc:sldMkLst>
      </pc:sldChg>
      <pc:sldChg chg="add del">
        <pc:chgData name="Anh Nguyen Duc" userId="04a5c95d-4a59-4e21-b199-e9922fb46c5c" providerId="ADAL" clId="{2AB8EBD5-DD33-4290-9992-79417BDD49EB}" dt="2023-01-31T22:08:26.446" v="62" actId="47"/>
        <pc:sldMkLst>
          <pc:docMk/>
          <pc:sldMk cId="3688254816" sldId="421"/>
        </pc:sldMkLst>
      </pc:sldChg>
      <pc:sldChg chg="del">
        <pc:chgData name="Anh Nguyen Duc" userId="04a5c95d-4a59-4e21-b199-e9922fb46c5c" providerId="ADAL" clId="{2AB8EBD5-DD33-4290-9992-79417BDD49EB}" dt="2023-01-31T22:28:01.351" v="229" actId="47"/>
        <pc:sldMkLst>
          <pc:docMk/>
          <pc:sldMk cId="485226316" sldId="424"/>
        </pc:sldMkLst>
      </pc:sldChg>
      <pc:sldChg chg="modTransition">
        <pc:chgData name="Anh Nguyen Duc" userId="04a5c95d-4a59-4e21-b199-e9922fb46c5c" providerId="ADAL" clId="{2AB8EBD5-DD33-4290-9992-79417BDD49EB}" dt="2023-01-31T22:21:28.695" v="213"/>
        <pc:sldMkLst>
          <pc:docMk/>
          <pc:sldMk cId="203103288" sldId="425"/>
        </pc:sldMkLst>
      </pc:sldChg>
      <pc:sldChg chg="modTransition">
        <pc:chgData name="Anh Nguyen Duc" userId="04a5c95d-4a59-4e21-b199-e9922fb46c5c" providerId="ADAL" clId="{2AB8EBD5-DD33-4290-9992-79417BDD49EB}" dt="2023-01-31T22:21:31.120" v="214"/>
        <pc:sldMkLst>
          <pc:docMk/>
          <pc:sldMk cId="2441770664" sldId="426"/>
        </pc:sldMkLst>
      </pc:sldChg>
      <pc:sldChg chg="modTransition">
        <pc:chgData name="Anh Nguyen Duc" userId="04a5c95d-4a59-4e21-b199-e9922fb46c5c" providerId="ADAL" clId="{2AB8EBD5-DD33-4290-9992-79417BDD49EB}" dt="2023-01-31T22:21:32.518" v="215"/>
        <pc:sldMkLst>
          <pc:docMk/>
          <pc:sldMk cId="3573566511" sldId="427"/>
        </pc:sldMkLst>
      </pc:sldChg>
      <pc:sldChg chg="del">
        <pc:chgData name="Anh Nguyen Duc" userId="04a5c95d-4a59-4e21-b199-e9922fb46c5c" providerId="ADAL" clId="{2AB8EBD5-DD33-4290-9992-79417BDD49EB}" dt="2023-01-31T22:11:45.182" v="89" actId="2696"/>
        <pc:sldMkLst>
          <pc:docMk/>
          <pc:sldMk cId="1195364442" sldId="428"/>
        </pc:sldMkLst>
      </pc:sldChg>
      <pc:sldChg chg="add">
        <pc:chgData name="Anh Nguyen Duc" userId="04a5c95d-4a59-4e21-b199-e9922fb46c5c" providerId="ADAL" clId="{2AB8EBD5-DD33-4290-9992-79417BDD49EB}" dt="2023-01-31T22:11:54.997" v="90"/>
        <pc:sldMkLst>
          <pc:docMk/>
          <pc:sldMk cId="3983165588" sldId="428"/>
        </pc:sldMkLst>
      </pc:sldChg>
      <pc:sldChg chg="del">
        <pc:chgData name="Anh Nguyen Duc" userId="04a5c95d-4a59-4e21-b199-e9922fb46c5c" providerId="ADAL" clId="{2AB8EBD5-DD33-4290-9992-79417BDD49EB}" dt="2023-01-31T22:11:45.182" v="89" actId="2696"/>
        <pc:sldMkLst>
          <pc:docMk/>
          <pc:sldMk cId="1031257533" sldId="429"/>
        </pc:sldMkLst>
      </pc:sldChg>
      <pc:sldChg chg="add">
        <pc:chgData name="Anh Nguyen Duc" userId="04a5c95d-4a59-4e21-b199-e9922fb46c5c" providerId="ADAL" clId="{2AB8EBD5-DD33-4290-9992-79417BDD49EB}" dt="2023-01-31T22:11:54.997" v="90"/>
        <pc:sldMkLst>
          <pc:docMk/>
          <pc:sldMk cId="2121634512" sldId="429"/>
        </pc:sldMkLst>
      </pc:sldChg>
      <pc:sldChg chg="del">
        <pc:chgData name="Anh Nguyen Duc" userId="04a5c95d-4a59-4e21-b199-e9922fb46c5c" providerId="ADAL" clId="{2AB8EBD5-DD33-4290-9992-79417BDD49EB}" dt="2023-01-31T22:11:45.182" v="89" actId="2696"/>
        <pc:sldMkLst>
          <pc:docMk/>
          <pc:sldMk cId="858043629" sldId="430"/>
        </pc:sldMkLst>
      </pc:sldChg>
      <pc:sldChg chg="add">
        <pc:chgData name="Anh Nguyen Duc" userId="04a5c95d-4a59-4e21-b199-e9922fb46c5c" providerId="ADAL" clId="{2AB8EBD5-DD33-4290-9992-79417BDD49EB}" dt="2023-01-31T22:11:54.997" v="90"/>
        <pc:sldMkLst>
          <pc:docMk/>
          <pc:sldMk cId="2471044935" sldId="430"/>
        </pc:sldMkLst>
      </pc:sldChg>
      <pc:sldChg chg="addSp modSp add del mod">
        <pc:chgData name="Anh Nguyen Duc" userId="04a5c95d-4a59-4e21-b199-e9922fb46c5c" providerId="ADAL" clId="{2AB8EBD5-DD33-4290-9992-79417BDD49EB}" dt="2023-02-01T09:55:34.147" v="493" actId="2696"/>
        <pc:sldMkLst>
          <pc:docMk/>
          <pc:sldMk cId="1641356103" sldId="431"/>
        </pc:sldMkLst>
        <pc:spChg chg="mod">
          <ac:chgData name="Anh Nguyen Duc" userId="04a5c95d-4a59-4e21-b199-e9922fb46c5c" providerId="ADAL" clId="{2AB8EBD5-DD33-4290-9992-79417BDD49EB}" dt="2023-01-31T22:19:01.106" v="198" actId="27636"/>
          <ac:spMkLst>
            <pc:docMk/>
            <pc:sldMk cId="1641356103" sldId="431"/>
            <ac:spMk id="48131" creationId="{00000000-0000-0000-0000-000000000000}"/>
          </ac:spMkLst>
        </pc:spChg>
        <pc:graphicFrameChg chg="add mod modGraphic">
          <ac:chgData name="Anh Nguyen Duc" userId="04a5c95d-4a59-4e21-b199-e9922fb46c5c" providerId="ADAL" clId="{2AB8EBD5-DD33-4290-9992-79417BDD49EB}" dt="2023-01-31T22:19:19.548" v="202" actId="1076"/>
          <ac:graphicFrameMkLst>
            <pc:docMk/>
            <pc:sldMk cId="1641356103" sldId="431"/>
            <ac:graphicFrameMk id="2" creationId="{50871761-DF44-6C7C-67FD-112EC3D77BE3}"/>
          </ac:graphicFrameMkLst>
        </pc:graphicFrameChg>
      </pc:sldChg>
      <pc:sldChg chg="del">
        <pc:chgData name="Anh Nguyen Duc" userId="04a5c95d-4a59-4e21-b199-e9922fb46c5c" providerId="ADAL" clId="{2AB8EBD5-DD33-4290-9992-79417BDD49EB}" dt="2023-01-31T22:11:45.182" v="89" actId="2696"/>
        <pc:sldMkLst>
          <pc:docMk/>
          <pc:sldMk cId="1910432069" sldId="431"/>
        </pc:sldMkLst>
      </pc:sldChg>
      <pc:sldChg chg="add">
        <pc:chgData name="Anh Nguyen Duc" userId="04a5c95d-4a59-4e21-b199-e9922fb46c5c" providerId="ADAL" clId="{2AB8EBD5-DD33-4290-9992-79417BDD49EB}" dt="2023-02-01T09:55:45.152" v="494"/>
        <pc:sldMkLst>
          <pc:docMk/>
          <pc:sldMk cId="2146848288" sldId="431"/>
        </pc:sldMkLst>
      </pc:sldChg>
      <pc:sldChg chg="add">
        <pc:chgData name="Anh Nguyen Duc" userId="04a5c95d-4a59-4e21-b199-e9922fb46c5c" providerId="ADAL" clId="{2AB8EBD5-DD33-4290-9992-79417BDD49EB}" dt="2023-01-31T22:11:54.997" v="90"/>
        <pc:sldMkLst>
          <pc:docMk/>
          <pc:sldMk cId="263546350" sldId="432"/>
        </pc:sldMkLst>
      </pc:sldChg>
      <pc:sldChg chg="del">
        <pc:chgData name="Anh Nguyen Duc" userId="04a5c95d-4a59-4e21-b199-e9922fb46c5c" providerId="ADAL" clId="{2AB8EBD5-DD33-4290-9992-79417BDD49EB}" dt="2023-01-31T22:11:45.182" v="89" actId="2696"/>
        <pc:sldMkLst>
          <pc:docMk/>
          <pc:sldMk cId="3760942705" sldId="432"/>
        </pc:sldMkLst>
      </pc:sldChg>
      <pc:sldChg chg="addSp delSp modSp add mod">
        <pc:chgData name="Anh Nguyen Duc" userId="04a5c95d-4a59-4e21-b199-e9922fb46c5c" providerId="ADAL" clId="{2AB8EBD5-DD33-4290-9992-79417BDD49EB}" dt="2023-01-31T22:29:20.118" v="236" actId="1076"/>
        <pc:sldMkLst>
          <pc:docMk/>
          <pc:sldMk cId="1765126536" sldId="433"/>
        </pc:sldMkLst>
        <pc:picChg chg="del">
          <ac:chgData name="Anh Nguyen Duc" userId="04a5c95d-4a59-4e21-b199-e9922fb46c5c" providerId="ADAL" clId="{2AB8EBD5-DD33-4290-9992-79417BDD49EB}" dt="2023-01-31T22:29:15.807" v="233" actId="478"/>
          <ac:picMkLst>
            <pc:docMk/>
            <pc:sldMk cId="1765126536" sldId="433"/>
            <ac:picMk id="4" creationId="{E20B3E76-89D6-4E0A-BA56-CE27BB9F8EBA}"/>
          </ac:picMkLst>
        </pc:picChg>
        <pc:picChg chg="add mod">
          <ac:chgData name="Anh Nguyen Duc" userId="04a5c95d-4a59-4e21-b199-e9922fb46c5c" providerId="ADAL" clId="{2AB8EBD5-DD33-4290-9992-79417BDD49EB}" dt="2023-01-31T22:29:20.118" v="236" actId="1076"/>
          <ac:picMkLst>
            <pc:docMk/>
            <pc:sldMk cId="1765126536" sldId="433"/>
            <ac:picMk id="2050" creationId="{B6343064-5785-C2FE-773A-88ADBE11129E}"/>
          </ac:picMkLst>
        </pc:picChg>
      </pc:sldChg>
      <pc:sldChg chg="del">
        <pc:chgData name="Anh Nguyen Duc" userId="04a5c95d-4a59-4e21-b199-e9922fb46c5c" providerId="ADAL" clId="{2AB8EBD5-DD33-4290-9992-79417BDD49EB}" dt="2023-01-31T22:11:45.182" v="89" actId="2696"/>
        <pc:sldMkLst>
          <pc:docMk/>
          <pc:sldMk cId="3869413061" sldId="433"/>
        </pc:sldMkLst>
      </pc:sldChg>
      <pc:sldChg chg="add del">
        <pc:chgData name="Anh Nguyen Duc" userId="04a5c95d-4a59-4e21-b199-e9922fb46c5c" providerId="ADAL" clId="{2AB8EBD5-DD33-4290-9992-79417BDD49EB}" dt="2023-01-31T22:29:21.827" v="237" actId="47"/>
        <pc:sldMkLst>
          <pc:docMk/>
          <pc:sldMk cId="416059187" sldId="434"/>
        </pc:sldMkLst>
      </pc:sldChg>
      <pc:sldChg chg="del">
        <pc:chgData name="Anh Nguyen Duc" userId="04a5c95d-4a59-4e21-b199-e9922fb46c5c" providerId="ADAL" clId="{2AB8EBD5-DD33-4290-9992-79417BDD49EB}" dt="2023-01-31T22:11:45.182" v="89" actId="2696"/>
        <pc:sldMkLst>
          <pc:docMk/>
          <pc:sldMk cId="2051833078" sldId="434"/>
        </pc:sldMkLst>
      </pc:sldChg>
      <pc:sldChg chg="del">
        <pc:chgData name="Anh Nguyen Duc" userId="04a5c95d-4a59-4e21-b199-e9922fb46c5c" providerId="ADAL" clId="{2AB8EBD5-DD33-4290-9992-79417BDD49EB}" dt="2023-01-31T22:11:45.182" v="89" actId="2696"/>
        <pc:sldMkLst>
          <pc:docMk/>
          <pc:sldMk cId="1308957336" sldId="435"/>
        </pc:sldMkLst>
      </pc:sldChg>
      <pc:sldChg chg="add del">
        <pc:chgData name="Anh Nguyen Duc" userId="04a5c95d-4a59-4e21-b199-e9922fb46c5c" providerId="ADAL" clId="{2AB8EBD5-DD33-4290-9992-79417BDD49EB}" dt="2023-01-31T22:19:54.849" v="207" actId="47"/>
        <pc:sldMkLst>
          <pc:docMk/>
          <pc:sldMk cId="1332045932" sldId="435"/>
        </pc:sldMkLst>
      </pc:sldChg>
      <pc:sldChg chg="del">
        <pc:chgData name="Anh Nguyen Duc" userId="04a5c95d-4a59-4e21-b199-e9922fb46c5c" providerId="ADAL" clId="{2AB8EBD5-DD33-4290-9992-79417BDD49EB}" dt="2023-01-31T22:11:45.182" v="89" actId="2696"/>
        <pc:sldMkLst>
          <pc:docMk/>
          <pc:sldMk cId="726247302" sldId="436"/>
        </pc:sldMkLst>
      </pc:sldChg>
      <pc:sldChg chg="add del">
        <pc:chgData name="Anh Nguyen Duc" userId="04a5c95d-4a59-4e21-b199-e9922fb46c5c" providerId="ADAL" clId="{2AB8EBD5-DD33-4290-9992-79417BDD49EB}" dt="2023-01-31T22:20:15.394" v="208" actId="47"/>
        <pc:sldMkLst>
          <pc:docMk/>
          <pc:sldMk cId="1996136258" sldId="436"/>
        </pc:sldMkLst>
      </pc:sldChg>
      <pc:sldChg chg="add del">
        <pc:chgData name="Anh Nguyen Duc" userId="04a5c95d-4a59-4e21-b199-e9922fb46c5c" providerId="ADAL" clId="{2AB8EBD5-DD33-4290-9992-79417BDD49EB}" dt="2023-01-31T22:20:15.394" v="208" actId="47"/>
        <pc:sldMkLst>
          <pc:docMk/>
          <pc:sldMk cId="792029860" sldId="437"/>
        </pc:sldMkLst>
      </pc:sldChg>
      <pc:sldChg chg="del">
        <pc:chgData name="Anh Nguyen Duc" userId="04a5c95d-4a59-4e21-b199-e9922fb46c5c" providerId="ADAL" clId="{2AB8EBD5-DD33-4290-9992-79417BDD49EB}" dt="2023-01-31T22:11:45.182" v="89" actId="2696"/>
        <pc:sldMkLst>
          <pc:docMk/>
          <pc:sldMk cId="826109919" sldId="437"/>
        </pc:sldMkLst>
      </pc:sldChg>
      <pc:sldChg chg="del">
        <pc:chgData name="Anh Nguyen Duc" userId="04a5c95d-4a59-4e21-b199-e9922fb46c5c" providerId="ADAL" clId="{2AB8EBD5-DD33-4290-9992-79417BDD49EB}" dt="2023-01-31T22:11:45.182" v="89" actId="2696"/>
        <pc:sldMkLst>
          <pc:docMk/>
          <pc:sldMk cId="878210581" sldId="438"/>
        </pc:sldMkLst>
      </pc:sldChg>
      <pc:sldChg chg="add del">
        <pc:chgData name="Anh Nguyen Duc" userId="04a5c95d-4a59-4e21-b199-e9922fb46c5c" providerId="ADAL" clId="{2AB8EBD5-DD33-4290-9992-79417BDD49EB}" dt="2023-01-31T22:26:44.475" v="221" actId="47"/>
        <pc:sldMkLst>
          <pc:docMk/>
          <pc:sldMk cId="2455180184" sldId="438"/>
        </pc:sldMkLst>
      </pc:sldChg>
      <pc:sldChg chg="del">
        <pc:chgData name="Anh Nguyen Duc" userId="04a5c95d-4a59-4e21-b199-e9922fb46c5c" providerId="ADAL" clId="{2AB8EBD5-DD33-4290-9992-79417BDD49EB}" dt="2023-01-31T22:26:51.627" v="225" actId="47"/>
        <pc:sldMkLst>
          <pc:docMk/>
          <pc:sldMk cId="3534237623" sldId="441"/>
        </pc:sldMkLst>
      </pc:sldChg>
      <pc:sldChg chg="del">
        <pc:chgData name="Anh Nguyen Duc" userId="04a5c95d-4a59-4e21-b199-e9922fb46c5c" providerId="ADAL" clId="{2AB8EBD5-DD33-4290-9992-79417BDD49EB}" dt="2023-01-31T22:27:07.608" v="226" actId="2696"/>
        <pc:sldMkLst>
          <pc:docMk/>
          <pc:sldMk cId="2659794078" sldId="443"/>
        </pc:sldMkLst>
      </pc:sldChg>
      <pc:sldChg chg="add del">
        <pc:chgData name="Anh Nguyen Duc" userId="04a5c95d-4a59-4e21-b199-e9922fb46c5c" providerId="ADAL" clId="{2AB8EBD5-DD33-4290-9992-79417BDD49EB}" dt="2023-02-01T09:55:34.147" v="493" actId="2696"/>
        <pc:sldMkLst>
          <pc:docMk/>
          <pc:sldMk cId="3224905377" sldId="443"/>
        </pc:sldMkLst>
      </pc:sldChg>
      <pc:sldChg chg="add">
        <pc:chgData name="Anh Nguyen Duc" userId="04a5c95d-4a59-4e21-b199-e9922fb46c5c" providerId="ADAL" clId="{2AB8EBD5-DD33-4290-9992-79417BDD49EB}" dt="2023-02-01T09:55:45.152" v="494"/>
        <pc:sldMkLst>
          <pc:docMk/>
          <pc:sldMk cId="4079516458" sldId="443"/>
        </pc:sldMkLst>
      </pc:sldChg>
      <pc:sldChg chg="del">
        <pc:chgData name="Anh Nguyen Duc" userId="04a5c95d-4a59-4e21-b199-e9922fb46c5c" providerId="ADAL" clId="{2AB8EBD5-DD33-4290-9992-79417BDD49EB}" dt="2023-01-31T22:27:07.608" v="226" actId="2696"/>
        <pc:sldMkLst>
          <pc:docMk/>
          <pc:sldMk cId="1392532470" sldId="444"/>
        </pc:sldMkLst>
      </pc:sldChg>
      <pc:sldChg chg="add del">
        <pc:chgData name="Anh Nguyen Duc" userId="04a5c95d-4a59-4e21-b199-e9922fb46c5c" providerId="ADAL" clId="{2AB8EBD5-DD33-4290-9992-79417BDD49EB}" dt="2023-02-01T09:55:34.147" v="493" actId="2696"/>
        <pc:sldMkLst>
          <pc:docMk/>
          <pc:sldMk cId="3223481755" sldId="444"/>
        </pc:sldMkLst>
      </pc:sldChg>
      <pc:sldChg chg="add">
        <pc:chgData name="Anh Nguyen Duc" userId="04a5c95d-4a59-4e21-b199-e9922fb46c5c" providerId="ADAL" clId="{2AB8EBD5-DD33-4290-9992-79417BDD49EB}" dt="2023-02-01T09:55:45.152" v="494"/>
        <pc:sldMkLst>
          <pc:docMk/>
          <pc:sldMk cId="3233200380" sldId="444"/>
        </pc:sldMkLst>
      </pc:sldChg>
      <pc:sldChg chg="del">
        <pc:chgData name="Anh Nguyen Duc" userId="04a5c95d-4a59-4e21-b199-e9922fb46c5c" providerId="ADAL" clId="{2AB8EBD5-DD33-4290-9992-79417BDD49EB}" dt="2023-01-31T22:20:51.170" v="211" actId="2696"/>
        <pc:sldMkLst>
          <pc:docMk/>
          <pc:sldMk cId="1077507066" sldId="445"/>
        </pc:sldMkLst>
      </pc:sldChg>
      <pc:sldChg chg="modSp add del mod">
        <pc:chgData name="Anh Nguyen Duc" userId="04a5c95d-4a59-4e21-b199-e9922fb46c5c" providerId="ADAL" clId="{2AB8EBD5-DD33-4290-9992-79417BDD49EB}" dt="2023-02-01T09:54:08.484" v="455" actId="2696"/>
        <pc:sldMkLst>
          <pc:docMk/>
          <pc:sldMk cId="1601426833" sldId="445"/>
        </pc:sldMkLst>
        <pc:spChg chg="mod">
          <ac:chgData name="Anh Nguyen Duc" userId="04a5c95d-4a59-4e21-b199-e9922fb46c5c" providerId="ADAL" clId="{2AB8EBD5-DD33-4290-9992-79417BDD49EB}" dt="2023-02-01T06:42:45.685" v="361" actId="20577"/>
          <ac:spMkLst>
            <pc:docMk/>
            <pc:sldMk cId="1601426833" sldId="445"/>
            <ac:spMk id="3" creationId="{00000000-0000-0000-0000-000000000000}"/>
          </ac:spMkLst>
        </pc:spChg>
      </pc:sldChg>
      <pc:sldChg chg="add">
        <pc:chgData name="Anh Nguyen Duc" userId="04a5c95d-4a59-4e21-b199-e9922fb46c5c" providerId="ADAL" clId="{2AB8EBD5-DD33-4290-9992-79417BDD49EB}" dt="2023-02-01T09:54:13.491" v="456"/>
        <pc:sldMkLst>
          <pc:docMk/>
          <pc:sldMk cId="2825874903" sldId="445"/>
        </pc:sldMkLst>
      </pc:sldChg>
      <pc:sldChg chg="add">
        <pc:chgData name="Anh Nguyen Duc" userId="04a5c95d-4a59-4e21-b199-e9922fb46c5c" providerId="ADAL" clId="{2AB8EBD5-DD33-4290-9992-79417BDD49EB}" dt="2023-01-31T22:03:58.615" v="14"/>
        <pc:sldMkLst>
          <pc:docMk/>
          <pc:sldMk cId="1419762969" sldId="446"/>
        </pc:sldMkLst>
      </pc:sldChg>
      <pc:sldChg chg="del">
        <pc:chgData name="Anh Nguyen Duc" userId="04a5c95d-4a59-4e21-b199-e9922fb46c5c" providerId="ADAL" clId="{2AB8EBD5-DD33-4290-9992-79417BDD49EB}" dt="2023-01-31T22:03:53.766" v="13" actId="2696"/>
        <pc:sldMkLst>
          <pc:docMk/>
          <pc:sldMk cId="3062472442" sldId="446"/>
        </pc:sldMkLst>
      </pc:sldChg>
      <pc:sldChg chg="del">
        <pc:chgData name="Anh Nguyen Duc" userId="04a5c95d-4a59-4e21-b199-e9922fb46c5c" providerId="ADAL" clId="{2AB8EBD5-DD33-4290-9992-79417BDD49EB}" dt="2023-01-31T22:03:53.766" v="13" actId="2696"/>
        <pc:sldMkLst>
          <pc:docMk/>
          <pc:sldMk cId="362004441" sldId="447"/>
        </pc:sldMkLst>
      </pc:sldChg>
      <pc:sldChg chg="add">
        <pc:chgData name="Anh Nguyen Duc" userId="04a5c95d-4a59-4e21-b199-e9922fb46c5c" providerId="ADAL" clId="{2AB8EBD5-DD33-4290-9992-79417BDD49EB}" dt="2023-01-31T22:03:58.615" v="14"/>
        <pc:sldMkLst>
          <pc:docMk/>
          <pc:sldMk cId="3004264175" sldId="447"/>
        </pc:sldMkLst>
      </pc:sldChg>
      <pc:sldChg chg="add">
        <pc:chgData name="Anh Nguyen Duc" userId="04a5c95d-4a59-4e21-b199-e9922fb46c5c" providerId="ADAL" clId="{2AB8EBD5-DD33-4290-9992-79417BDD49EB}" dt="2023-01-31T22:03:58.615" v="14"/>
        <pc:sldMkLst>
          <pc:docMk/>
          <pc:sldMk cId="1540834957" sldId="448"/>
        </pc:sldMkLst>
      </pc:sldChg>
      <pc:sldChg chg="del">
        <pc:chgData name="Anh Nguyen Duc" userId="04a5c95d-4a59-4e21-b199-e9922fb46c5c" providerId="ADAL" clId="{2AB8EBD5-DD33-4290-9992-79417BDD49EB}" dt="2023-01-31T22:03:53.766" v="13" actId="2696"/>
        <pc:sldMkLst>
          <pc:docMk/>
          <pc:sldMk cId="2168596630" sldId="448"/>
        </pc:sldMkLst>
      </pc:sldChg>
      <pc:sldChg chg="del">
        <pc:chgData name="Anh Nguyen Duc" userId="04a5c95d-4a59-4e21-b199-e9922fb46c5c" providerId="ADAL" clId="{2AB8EBD5-DD33-4290-9992-79417BDD49EB}" dt="2023-01-31T22:03:53.766" v="13" actId="2696"/>
        <pc:sldMkLst>
          <pc:docMk/>
          <pc:sldMk cId="3496910298" sldId="449"/>
        </pc:sldMkLst>
      </pc:sldChg>
      <pc:sldChg chg="add">
        <pc:chgData name="Anh Nguyen Duc" userId="04a5c95d-4a59-4e21-b199-e9922fb46c5c" providerId="ADAL" clId="{2AB8EBD5-DD33-4290-9992-79417BDD49EB}" dt="2023-01-31T22:03:58.615" v="14"/>
        <pc:sldMkLst>
          <pc:docMk/>
          <pc:sldMk cId="3791143419" sldId="449"/>
        </pc:sldMkLst>
      </pc:sldChg>
      <pc:sldChg chg="del">
        <pc:chgData name="Anh Nguyen Duc" userId="04a5c95d-4a59-4e21-b199-e9922fb46c5c" providerId="ADAL" clId="{2AB8EBD5-DD33-4290-9992-79417BDD49EB}" dt="2023-01-31T22:26:45.692" v="222" actId="47"/>
        <pc:sldMkLst>
          <pc:docMk/>
          <pc:sldMk cId="270406873" sldId="450"/>
        </pc:sldMkLst>
      </pc:sldChg>
      <pc:sldChg chg="add">
        <pc:chgData name="Anh Nguyen Duc" userId="04a5c95d-4a59-4e21-b199-e9922fb46c5c" providerId="ADAL" clId="{2AB8EBD5-DD33-4290-9992-79417BDD49EB}" dt="2023-01-31T22:04:17.860" v="16"/>
        <pc:sldMkLst>
          <pc:docMk/>
          <pc:sldMk cId="699438169" sldId="451"/>
        </pc:sldMkLst>
      </pc:sldChg>
      <pc:sldChg chg="add del">
        <pc:chgData name="Anh Nguyen Duc" userId="04a5c95d-4a59-4e21-b199-e9922fb46c5c" providerId="ADAL" clId="{2AB8EBD5-DD33-4290-9992-79417BDD49EB}" dt="2023-01-31T22:04:13.181" v="15" actId="2696"/>
        <pc:sldMkLst>
          <pc:docMk/>
          <pc:sldMk cId="2359581722" sldId="451"/>
        </pc:sldMkLst>
      </pc:sldChg>
      <pc:sldChg chg="del">
        <pc:chgData name="Anh Nguyen Duc" userId="04a5c95d-4a59-4e21-b199-e9922fb46c5c" providerId="ADAL" clId="{2AB8EBD5-DD33-4290-9992-79417BDD49EB}" dt="2023-01-31T22:09:37.213" v="63" actId="47"/>
        <pc:sldMkLst>
          <pc:docMk/>
          <pc:sldMk cId="2347119017" sldId="452"/>
        </pc:sldMkLst>
      </pc:sldChg>
      <pc:sldChg chg="modSp add mod">
        <pc:chgData name="Anh Nguyen Duc" userId="04a5c95d-4a59-4e21-b199-e9922fb46c5c" providerId="ADAL" clId="{2AB8EBD5-DD33-4290-9992-79417BDD49EB}" dt="2023-02-01T08:53:46.448" v="451" actId="20577"/>
        <pc:sldMkLst>
          <pc:docMk/>
          <pc:sldMk cId="34939222" sldId="453"/>
        </pc:sldMkLst>
        <pc:spChg chg="mod">
          <ac:chgData name="Anh Nguyen Duc" userId="04a5c95d-4a59-4e21-b199-e9922fb46c5c" providerId="ADAL" clId="{2AB8EBD5-DD33-4290-9992-79417BDD49EB}" dt="2023-02-01T08:53:46.448" v="451" actId="20577"/>
          <ac:spMkLst>
            <pc:docMk/>
            <pc:sldMk cId="34939222" sldId="453"/>
            <ac:spMk id="3" creationId="{001BA5E7-D936-68F9-207F-CEA11A9E7AD5}"/>
          </ac:spMkLst>
        </pc:spChg>
      </pc:sldChg>
      <pc:sldChg chg="del">
        <pc:chgData name="Anh Nguyen Duc" userId="04a5c95d-4a59-4e21-b199-e9922fb46c5c" providerId="ADAL" clId="{2AB8EBD5-DD33-4290-9992-79417BDD49EB}" dt="2023-01-31T22:11:45.182" v="89" actId="2696"/>
        <pc:sldMkLst>
          <pc:docMk/>
          <pc:sldMk cId="3834219519" sldId="453"/>
        </pc:sldMkLst>
      </pc:sldChg>
      <pc:sldChg chg="del">
        <pc:chgData name="Anh Nguyen Duc" userId="04a5c95d-4a59-4e21-b199-e9922fb46c5c" providerId="ADAL" clId="{2AB8EBD5-DD33-4290-9992-79417BDD49EB}" dt="2023-01-31T22:11:45.182" v="89" actId="2696"/>
        <pc:sldMkLst>
          <pc:docMk/>
          <pc:sldMk cId="2627506454" sldId="454"/>
        </pc:sldMkLst>
      </pc:sldChg>
      <pc:sldChg chg="add">
        <pc:chgData name="Anh Nguyen Duc" userId="04a5c95d-4a59-4e21-b199-e9922fb46c5c" providerId="ADAL" clId="{2AB8EBD5-DD33-4290-9992-79417BDD49EB}" dt="2023-01-31T22:11:54.997" v="90"/>
        <pc:sldMkLst>
          <pc:docMk/>
          <pc:sldMk cId="3489010795" sldId="454"/>
        </pc:sldMkLst>
      </pc:sldChg>
      <pc:sldChg chg="del">
        <pc:chgData name="Anh Nguyen Duc" userId="04a5c95d-4a59-4e21-b199-e9922fb46c5c" providerId="ADAL" clId="{2AB8EBD5-DD33-4290-9992-79417BDD49EB}" dt="2023-01-31T22:11:45.182" v="89" actId="2696"/>
        <pc:sldMkLst>
          <pc:docMk/>
          <pc:sldMk cId="2964452302" sldId="455"/>
        </pc:sldMkLst>
      </pc:sldChg>
      <pc:sldChg chg="add">
        <pc:chgData name="Anh Nguyen Duc" userId="04a5c95d-4a59-4e21-b199-e9922fb46c5c" providerId="ADAL" clId="{2AB8EBD5-DD33-4290-9992-79417BDD49EB}" dt="2023-01-31T22:11:54.997" v="90"/>
        <pc:sldMkLst>
          <pc:docMk/>
          <pc:sldMk cId="3272073158" sldId="455"/>
        </pc:sldMkLst>
      </pc:sldChg>
      <pc:sldChg chg="modSp add mod">
        <pc:chgData name="Anh Nguyen Duc" userId="04a5c95d-4a59-4e21-b199-e9922fb46c5c" providerId="ADAL" clId="{2AB8EBD5-DD33-4290-9992-79417BDD49EB}" dt="2023-02-01T06:43:58.729" v="413" actId="207"/>
        <pc:sldMkLst>
          <pc:docMk/>
          <pc:sldMk cId="1628339869" sldId="456"/>
        </pc:sldMkLst>
        <pc:spChg chg="mod">
          <ac:chgData name="Anh Nguyen Duc" userId="04a5c95d-4a59-4e21-b199-e9922fb46c5c" providerId="ADAL" clId="{2AB8EBD5-DD33-4290-9992-79417BDD49EB}" dt="2023-02-01T06:43:58.729" v="413" actId="207"/>
          <ac:spMkLst>
            <pc:docMk/>
            <pc:sldMk cId="1628339869" sldId="456"/>
            <ac:spMk id="3" creationId="{00000000-0000-0000-0000-000000000000}"/>
          </ac:spMkLst>
        </pc:spChg>
      </pc:sldChg>
      <pc:sldChg chg="modSp add mod">
        <pc:chgData name="Anh Nguyen Duc" userId="04a5c95d-4a59-4e21-b199-e9922fb46c5c" providerId="ADAL" clId="{2AB8EBD5-DD33-4290-9992-79417BDD49EB}" dt="2023-01-31T22:05:26.210" v="20" actId="207"/>
        <pc:sldMkLst>
          <pc:docMk/>
          <pc:sldMk cId="1630050514" sldId="457"/>
        </pc:sldMkLst>
        <pc:spChg chg="mod">
          <ac:chgData name="Anh Nguyen Duc" userId="04a5c95d-4a59-4e21-b199-e9922fb46c5c" providerId="ADAL" clId="{2AB8EBD5-DD33-4290-9992-79417BDD49EB}" dt="2023-01-31T22:05:26.210" v="20" actId="207"/>
          <ac:spMkLst>
            <pc:docMk/>
            <pc:sldMk cId="1630050514" sldId="457"/>
            <ac:spMk id="3" creationId="{00000000-0000-0000-0000-000000000000}"/>
          </ac:spMkLst>
        </pc:spChg>
      </pc:sldChg>
      <pc:sldChg chg="add del">
        <pc:chgData name="Anh Nguyen Duc" userId="04a5c95d-4a59-4e21-b199-e9922fb46c5c" providerId="ADAL" clId="{2AB8EBD5-DD33-4290-9992-79417BDD49EB}" dt="2023-01-31T22:03:36.164" v="9"/>
        <pc:sldMkLst>
          <pc:docMk/>
          <pc:sldMk cId="4165083152" sldId="457"/>
        </pc:sldMkLst>
      </pc:sldChg>
      <pc:sldChg chg="modSp add mod">
        <pc:chgData name="Anh Nguyen Duc" userId="04a5c95d-4a59-4e21-b199-e9922fb46c5c" providerId="ADAL" clId="{2AB8EBD5-DD33-4290-9992-79417BDD49EB}" dt="2023-01-31T22:05:44.629" v="24" actId="207"/>
        <pc:sldMkLst>
          <pc:docMk/>
          <pc:sldMk cId="215148399" sldId="458"/>
        </pc:sldMkLst>
        <pc:spChg chg="mod">
          <ac:chgData name="Anh Nguyen Duc" userId="04a5c95d-4a59-4e21-b199-e9922fb46c5c" providerId="ADAL" clId="{2AB8EBD5-DD33-4290-9992-79417BDD49EB}" dt="2023-01-31T22:05:44.629" v="24" actId="207"/>
          <ac:spMkLst>
            <pc:docMk/>
            <pc:sldMk cId="215148399" sldId="458"/>
            <ac:spMk id="3" creationId="{00000000-0000-0000-0000-000000000000}"/>
          </ac:spMkLst>
        </pc:spChg>
      </pc:sldChg>
      <pc:sldChg chg="addSp modSp new mod">
        <pc:chgData name="Anh Nguyen Duc" userId="04a5c95d-4a59-4e21-b199-e9922fb46c5c" providerId="ADAL" clId="{2AB8EBD5-DD33-4290-9992-79417BDD49EB}" dt="2023-01-31T22:07:38.963" v="60" actId="20577"/>
        <pc:sldMkLst>
          <pc:docMk/>
          <pc:sldMk cId="545148303" sldId="459"/>
        </pc:sldMkLst>
        <pc:spChg chg="mod">
          <ac:chgData name="Anh Nguyen Duc" userId="04a5c95d-4a59-4e21-b199-e9922fb46c5c" providerId="ADAL" clId="{2AB8EBD5-DD33-4290-9992-79417BDD49EB}" dt="2023-01-31T22:07:38.963" v="60" actId="20577"/>
          <ac:spMkLst>
            <pc:docMk/>
            <pc:sldMk cId="545148303" sldId="459"/>
            <ac:spMk id="2" creationId="{1E864860-1B2B-31FA-0D39-E03F2776C5F3}"/>
          </ac:spMkLst>
        </pc:spChg>
        <pc:picChg chg="add mod">
          <ac:chgData name="Anh Nguyen Duc" userId="04a5c95d-4a59-4e21-b199-e9922fb46c5c" providerId="ADAL" clId="{2AB8EBD5-DD33-4290-9992-79417BDD49EB}" dt="2023-01-31T22:07:33.279" v="31" actId="1076"/>
          <ac:picMkLst>
            <pc:docMk/>
            <pc:sldMk cId="545148303" sldId="459"/>
            <ac:picMk id="1026" creationId="{162D9843-1856-0804-BB00-558525219688}"/>
          </ac:picMkLst>
        </pc:picChg>
      </pc:sldChg>
      <pc:sldChg chg="modSp add mod">
        <pc:chgData name="Anh Nguyen Duc" userId="04a5c95d-4a59-4e21-b199-e9922fb46c5c" providerId="ADAL" clId="{2AB8EBD5-DD33-4290-9992-79417BDD49EB}" dt="2023-01-31T22:12:17.936" v="93" actId="207"/>
        <pc:sldMkLst>
          <pc:docMk/>
          <pc:sldMk cId="1181746114" sldId="460"/>
        </pc:sldMkLst>
        <pc:spChg chg="mod">
          <ac:chgData name="Anh Nguyen Duc" userId="04a5c95d-4a59-4e21-b199-e9922fb46c5c" providerId="ADAL" clId="{2AB8EBD5-DD33-4290-9992-79417BDD49EB}" dt="2023-01-31T22:12:17.936" v="93" actId="207"/>
          <ac:spMkLst>
            <pc:docMk/>
            <pc:sldMk cId="1181746114" sldId="460"/>
            <ac:spMk id="3" creationId="{00000000-0000-0000-0000-000000000000}"/>
          </ac:spMkLst>
        </pc:spChg>
      </pc:sldChg>
      <pc:sldChg chg="modSp add mod">
        <pc:chgData name="Anh Nguyen Duc" userId="04a5c95d-4a59-4e21-b199-e9922fb46c5c" providerId="ADAL" clId="{2AB8EBD5-DD33-4290-9992-79417BDD49EB}" dt="2023-01-31T22:13:26.520" v="101" actId="207"/>
        <pc:sldMkLst>
          <pc:docMk/>
          <pc:sldMk cId="2434119458" sldId="461"/>
        </pc:sldMkLst>
        <pc:spChg chg="mod">
          <ac:chgData name="Anh Nguyen Duc" userId="04a5c95d-4a59-4e21-b199-e9922fb46c5c" providerId="ADAL" clId="{2AB8EBD5-DD33-4290-9992-79417BDD49EB}" dt="2023-01-31T22:13:26.520" v="101" actId="207"/>
          <ac:spMkLst>
            <pc:docMk/>
            <pc:sldMk cId="2434119458" sldId="461"/>
            <ac:spMk id="3" creationId="{00000000-0000-0000-0000-000000000000}"/>
          </ac:spMkLst>
        </pc:spChg>
      </pc:sldChg>
      <pc:sldChg chg="addSp delSp modSp add mod">
        <pc:chgData name="Anh Nguyen Duc" userId="04a5c95d-4a59-4e21-b199-e9922fb46c5c" providerId="ADAL" clId="{2AB8EBD5-DD33-4290-9992-79417BDD49EB}" dt="2023-01-31T22:14:51.068" v="116" actId="14100"/>
        <pc:sldMkLst>
          <pc:docMk/>
          <pc:sldMk cId="0" sldId="462"/>
        </pc:sldMkLst>
        <pc:spChg chg="add del mod">
          <ac:chgData name="Anh Nguyen Duc" userId="04a5c95d-4a59-4e21-b199-e9922fb46c5c" providerId="ADAL" clId="{2AB8EBD5-DD33-4290-9992-79417BDD49EB}" dt="2023-01-31T22:14:39.259" v="111" actId="478"/>
          <ac:spMkLst>
            <pc:docMk/>
            <pc:sldMk cId="0" sldId="462"/>
            <ac:spMk id="2" creationId="{747A7340-77F9-2DE3-39A8-8D9F22C810D4}"/>
          </ac:spMkLst>
        </pc:spChg>
        <pc:spChg chg="add mod">
          <ac:chgData name="Anh Nguyen Duc" userId="04a5c95d-4a59-4e21-b199-e9922fb46c5c" providerId="ADAL" clId="{2AB8EBD5-DD33-4290-9992-79417BDD49EB}" dt="2023-01-31T22:14:51.068" v="116" actId="14100"/>
          <ac:spMkLst>
            <pc:docMk/>
            <pc:sldMk cId="0" sldId="462"/>
            <ac:spMk id="4" creationId="{3A60F4A5-C3E9-3D94-0C28-665DE50441D3}"/>
          </ac:spMkLst>
        </pc:spChg>
        <pc:graphicFrameChg chg="modGraphic">
          <ac:chgData name="Anh Nguyen Duc" userId="04a5c95d-4a59-4e21-b199-e9922fb46c5c" providerId="ADAL" clId="{2AB8EBD5-DD33-4290-9992-79417BDD49EB}" dt="2023-01-31T22:14:19.220" v="103" actId="21"/>
          <ac:graphicFrameMkLst>
            <pc:docMk/>
            <pc:sldMk cId="0" sldId="462"/>
            <ac:graphicFrameMk id="5" creationId="{00000000-0000-0000-0000-000000000000}"/>
          </ac:graphicFrameMkLst>
        </pc:graphicFrameChg>
      </pc:sldChg>
      <pc:sldChg chg="add del">
        <pc:chgData name="Anh Nguyen Duc" userId="04a5c95d-4a59-4e21-b199-e9922fb46c5c" providerId="ADAL" clId="{2AB8EBD5-DD33-4290-9992-79417BDD49EB}" dt="2023-01-31T22:14:41.908" v="112" actId="47"/>
        <pc:sldMkLst>
          <pc:docMk/>
          <pc:sldMk cId="0" sldId="463"/>
        </pc:sldMkLst>
      </pc:sldChg>
      <pc:sldChg chg="add ord">
        <pc:chgData name="Anh Nguyen Duc" userId="04a5c95d-4a59-4e21-b199-e9922fb46c5c" providerId="ADAL" clId="{2AB8EBD5-DD33-4290-9992-79417BDD49EB}" dt="2023-01-31T22:25:34.600" v="219"/>
        <pc:sldMkLst>
          <pc:docMk/>
          <pc:sldMk cId="1303637440" sldId="478"/>
        </pc:sldMkLst>
      </pc:sldChg>
      <pc:sldChg chg="add">
        <pc:chgData name="Anh Nguyen Duc" userId="04a5c95d-4a59-4e21-b199-e9922fb46c5c" providerId="ADAL" clId="{2AB8EBD5-DD33-4290-9992-79417BDD49EB}" dt="2023-02-01T09:55:45.152" v="494"/>
        <pc:sldMkLst>
          <pc:docMk/>
          <pc:sldMk cId="156606769" sldId="479"/>
        </pc:sldMkLst>
      </pc:sldChg>
      <pc:sldChg chg="add del">
        <pc:chgData name="Anh Nguyen Duc" userId="04a5c95d-4a59-4e21-b199-e9922fb46c5c" providerId="ADAL" clId="{2AB8EBD5-DD33-4290-9992-79417BDD49EB}" dt="2023-02-01T09:55:34.147" v="493" actId="2696"/>
        <pc:sldMkLst>
          <pc:docMk/>
          <pc:sldMk cId="1132883104" sldId="479"/>
        </pc:sldMkLst>
      </pc:sldChg>
      <pc:sldChg chg="add del">
        <pc:chgData name="Anh Nguyen Duc" userId="04a5c95d-4a59-4e21-b199-e9922fb46c5c" providerId="ADAL" clId="{2AB8EBD5-DD33-4290-9992-79417BDD49EB}" dt="2023-02-01T09:55:34.147" v="493" actId="2696"/>
        <pc:sldMkLst>
          <pc:docMk/>
          <pc:sldMk cId="1481772898" sldId="480"/>
        </pc:sldMkLst>
      </pc:sldChg>
      <pc:sldChg chg="add">
        <pc:chgData name="Anh Nguyen Duc" userId="04a5c95d-4a59-4e21-b199-e9922fb46c5c" providerId="ADAL" clId="{2AB8EBD5-DD33-4290-9992-79417BDD49EB}" dt="2023-02-01T09:55:45.152" v="494"/>
        <pc:sldMkLst>
          <pc:docMk/>
          <pc:sldMk cId="2060352107" sldId="480"/>
        </pc:sldMkLst>
      </pc:sldChg>
      <pc:sldChg chg="add">
        <pc:chgData name="Anh Nguyen Duc" userId="04a5c95d-4a59-4e21-b199-e9922fb46c5c" providerId="ADAL" clId="{2AB8EBD5-DD33-4290-9992-79417BDD49EB}" dt="2023-02-01T09:55:45.152" v="494"/>
        <pc:sldMkLst>
          <pc:docMk/>
          <pc:sldMk cId="2432274377" sldId="481"/>
        </pc:sldMkLst>
      </pc:sldChg>
      <pc:sldChg chg="add del">
        <pc:chgData name="Anh Nguyen Duc" userId="04a5c95d-4a59-4e21-b199-e9922fb46c5c" providerId="ADAL" clId="{2AB8EBD5-DD33-4290-9992-79417BDD49EB}" dt="2023-02-01T09:55:34.147" v="493" actId="2696"/>
        <pc:sldMkLst>
          <pc:docMk/>
          <pc:sldMk cId="2707962356" sldId="481"/>
        </pc:sldMkLst>
      </pc:sldChg>
      <pc:sldChg chg="add">
        <pc:chgData name="Anh Nguyen Duc" userId="04a5c95d-4a59-4e21-b199-e9922fb46c5c" providerId="ADAL" clId="{2AB8EBD5-DD33-4290-9992-79417BDD49EB}" dt="2023-02-01T09:55:45.152" v="494"/>
        <pc:sldMkLst>
          <pc:docMk/>
          <pc:sldMk cId="2790415033" sldId="482"/>
        </pc:sldMkLst>
      </pc:sldChg>
      <pc:sldChg chg="add del">
        <pc:chgData name="Anh Nguyen Duc" userId="04a5c95d-4a59-4e21-b199-e9922fb46c5c" providerId="ADAL" clId="{2AB8EBD5-DD33-4290-9992-79417BDD49EB}" dt="2023-02-01T09:55:34.147" v="493" actId="2696"/>
        <pc:sldMkLst>
          <pc:docMk/>
          <pc:sldMk cId="3047772136" sldId="482"/>
        </pc:sldMkLst>
      </pc:sldChg>
      <pc:sldChg chg="add del">
        <pc:chgData name="Anh Nguyen Duc" userId="04a5c95d-4a59-4e21-b199-e9922fb46c5c" providerId="ADAL" clId="{2AB8EBD5-DD33-4290-9992-79417BDD49EB}" dt="2023-02-01T09:55:34.147" v="493" actId="2696"/>
        <pc:sldMkLst>
          <pc:docMk/>
          <pc:sldMk cId="435149897" sldId="483"/>
        </pc:sldMkLst>
      </pc:sldChg>
      <pc:sldChg chg="add">
        <pc:chgData name="Anh Nguyen Duc" userId="04a5c95d-4a59-4e21-b199-e9922fb46c5c" providerId="ADAL" clId="{2AB8EBD5-DD33-4290-9992-79417BDD49EB}" dt="2023-02-01T09:55:45.152" v="494"/>
        <pc:sldMkLst>
          <pc:docMk/>
          <pc:sldMk cId="2830943263" sldId="483"/>
        </pc:sldMkLst>
      </pc:sldChg>
      <pc:sldChg chg="add">
        <pc:chgData name="Anh Nguyen Duc" userId="04a5c95d-4a59-4e21-b199-e9922fb46c5c" providerId="ADAL" clId="{2AB8EBD5-DD33-4290-9992-79417BDD49EB}" dt="2023-02-01T09:55:45.152" v="494"/>
        <pc:sldMkLst>
          <pc:docMk/>
          <pc:sldMk cId="1710899195" sldId="484"/>
        </pc:sldMkLst>
      </pc:sldChg>
      <pc:sldChg chg="add del">
        <pc:chgData name="Anh Nguyen Duc" userId="04a5c95d-4a59-4e21-b199-e9922fb46c5c" providerId="ADAL" clId="{2AB8EBD5-DD33-4290-9992-79417BDD49EB}" dt="2023-02-01T09:55:34.147" v="493" actId="2696"/>
        <pc:sldMkLst>
          <pc:docMk/>
          <pc:sldMk cId="3370666860" sldId="484"/>
        </pc:sldMkLst>
      </pc:sldChg>
      <pc:sldChg chg="add del">
        <pc:chgData name="Anh Nguyen Duc" userId="04a5c95d-4a59-4e21-b199-e9922fb46c5c" providerId="ADAL" clId="{2AB8EBD5-DD33-4290-9992-79417BDD49EB}" dt="2023-02-01T09:55:34.147" v="493" actId="2696"/>
        <pc:sldMkLst>
          <pc:docMk/>
          <pc:sldMk cId="1836648291" sldId="485"/>
        </pc:sldMkLst>
      </pc:sldChg>
      <pc:sldChg chg="add">
        <pc:chgData name="Anh Nguyen Duc" userId="04a5c95d-4a59-4e21-b199-e9922fb46c5c" providerId="ADAL" clId="{2AB8EBD5-DD33-4290-9992-79417BDD49EB}" dt="2023-02-01T09:55:45.152" v="494"/>
        <pc:sldMkLst>
          <pc:docMk/>
          <pc:sldMk cId="4148757056" sldId="485"/>
        </pc:sldMkLst>
      </pc:sldChg>
      <pc:sldChg chg="add del">
        <pc:chgData name="Anh Nguyen Duc" userId="04a5c95d-4a59-4e21-b199-e9922fb46c5c" providerId="ADAL" clId="{2AB8EBD5-DD33-4290-9992-79417BDD49EB}" dt="2023-02-01T09:55:34.147" v="493" actId="2696"/>
        <pc:sldMkLst>
          <pc:docMk/>
          <pc:sldMk cId="1941207148" sldId="486"/>
        </pc:sldMkLst>
      </pc:sldChg>
      <pc:sldChg chg="add">
        <pc:chgData name="Anh Nguyen Duc" userId="04a5c95d-4a59-4e21-b199-e9922fb46c5c" providerId="ADAL" clId="{2AB8EBD5-DD33-4290-9992-79417BDD49EB}" dt="2023-02-01T09:55:45.152" v="494"/>
        <pc:sldMkLst>
          <pc:docMk/>
          <pc:sldMk cId="3653156314" sldId="486"/>
        </pc:sldMkLst>
      </pc:sldChg>
      <pc:sldChg chg="add del">
        <pc:chgData name="Anh Nguyen Duc" userId="04a5c95d-4a59-4e21-b199-e9922fb46c5c" providerId="ADAL" clId="{2AB8EBD5-DD33-4290-9992-79417BDD49EB}" dt="2023-02-01T09:55:34.147" v="493" actId="2696"/>
        <pc:sldMkLst>
          <pc:docMk/>
          <pc:sldMk cId="698493221" sldId="487"/>
        </pc:sldMkLst>
      </pc:sldChg>
      <pc:sldChg chg="add">
        <pc:chgData name="Anh Nguyen Duc" userId="04a5c95d-4a59-4e21-b199-e9922fb46c5c" providerId="ADAL" clId="{2AB8EBD5-DD33-4290-9992-79417BDD49EB}" dt="2023-02-01T09:55:45.152" v="494"/>
        <pc:sldMkLst>
          <pc:docMk/>
          <pc:sldMk cId="1569001393" sldId="487"/>
        </pc:sldMkLst>
      </pc:sldChg>
      <pc:sldChg chg="add">
        <pc:chgData name="Anh Nguyen Duc" userId="04a5c95d-4a59-4e21-b199-e9922fb46c5c" providerId="ADAL" clId="{2AB8EBD5-DD33-4290-9992-79417BDD49EB}" dt="2023-02-01T09:55:45.152" v="494"/>
        <pc:sldMkLst>
          <pc:docMk/>
          <pc:sldMk cId="1092033301" sldId="488"/>
        </pc:sldMkLst>
      </pc:sldChg>
      <pc:sldChg chg="add del">
        <pc:chgData name="Anh Nguyen Duc" userId="04a5c95d-4a59-4e21-b199-e9922fb46c5c" providerId="ADAL" clId="{2AB8EBD5-DD33-4290-9992-79417BDD49EB}" dt="2023-02-01T09:55:34.147" v="493" actId="2696"/>
        <pc:sldMkLst>
          <pc:docMk/>
          <pc:sldMk cId="2493972614" sldId="488"/>
        </pc:sldMkLst>
      </pc:sldChg>
      <pc:sldChg chg="add del">
        <pc:chgData name="Anh Nguyen Duc" userId="04a5c95d-4a59-4e21-b199-e9922fb46c5c" providerId="ADAL" clId="{2AB8EBD5-DD33-4290-9992-79417BDD49EB}" dt="2023-02-01T09:55:34.147" v="493" actId="2696"/>
        <pc:sldMkLst>
          <pc:docMk/>
          <pc:sldMk cId="2232601844" sldId="489"/>
        </pc:sldMkLst>
      </pc:sldChg>
      <pc:sldChg chg="add">
        <pc:chgData name="Anh Nguyen Duc" userId="04a5c95d-4a59-4e21-b199-e9922fb46c5c" providerId="ADAL" clId="{2AB8EBD5-DD33-4290-9992-79417BDD49EB}" dt="2023-02-01T09:55:45.152" v="494"/>
        <pc:sldMkLst>
          <pc:docMk/>
          <pc:sldMk cId="3185299558" sldId="489"/>
        </pc:sldMkLst>
      </pc:sldChg>
      <pc:sldChg chg="add del">
        <pc:chgData name="Anh Nguyen Duc" userId="04a5c95d-4a59-4e21-b199-e9922fb46c5c" providerId="ADAL" clId="{2AB8EBD5-DD33-4290-9992-79417BDD49EB}" dt="2023-02-01T09:55:34.147" v="493" actId="2696"/>
        <pc:sldMkLst>
          <pc:docMk/>
          <pc:sldMk cId="1221591389" sldId="490"/>
        </pc:sldMkLst>
      </pc:sldChg>
      <pc:sldChg chg="add">
        <pc:chgData name="Anh Nguyen Duc" userId="04a5c95d-4a59-4e21-b199-e9922fb46c5c" providerId="ADAL" clId="{2AB8EBD5-DD33-4290-9992-79417BDD49EB}" dt="2023-02-01T09:55:45.152" v="494"/>
        <pc:sldMkLst>
          <pc:docMk/>
          <pc:sldMk cId="3267846269" sldId="490"/>
        </pc:sldMkLst>
      </pc:sldChg>
      <pc:sldChg chg="add del">
        <pc:chgData name="Anh Nguyen Duc" userId="04a5c95d-4a59-4e21-b199-e9922fb46c5c" providerId="ADAL" clId="{2AB8EBD5-DD33-4290-9992-79417BDD49EB}" dt="2023-02-01T09:55:34.147" v="493" actId="2696"/>
        <pc:sldMkLst>
          <pc:docMk/>
          <pc:sldMk cId="383221190" sldId="491"/>
        </pc:sldMkLst>
      </pc:sldChg>
      <pc:sldChg chg="add">
        <pc:chgData name="Anh Nguyen Duc" userId="04a5c95d-4a59-4e21-b199-e9922fb46c5c" providerId="ADAL" clId="{2AB8EBD5-DD33-4290-9992-79417BDD49EB}" dt="2023-02-01T09:55:45.152" v="494"/>
        <pc:sldMkLst>
          <pc:docMk/>
          <pc:sldMk cId="2910621359" sldId="491"/>
        </pc:sldMkLst>
      </pc:sldChg>
      <pc:sldChg chg="add del">
        <pc:chgData name="Anh Nguyen Duc" userId="04a5c95d-4a59-4e21-b199-e9922fb46c5c" providerId="ADAL" clId="{2AB8EBD5-DD33-4290-9992-79417BDD49EB}" dt="2023-02-01T09:55:34.147" v="493" actId="2696"/>
        <pc:sldMkLst>
          <pc:docMk/>
          <pc:sldMk cId="3364589301" sldId="492"/>
        </pc:sldMkLst>
      </pc:sldChg>
      <pc:sldChg chg="add">
        <pc:chgData name="Anh Nguyen Duc" userId="04a5c95d-4a59-4e21-b199-e9922fb46c5c" providerId="ADAL" clId="{2AB8EBD5-DD33-4290-9992-79417BDD49EB}" dt="2023-02-01T09:55:45.152" v="494"/>
        <pc:sldMkLst>
          <pc:docMk/>
          <pc:sldMk cId="3785485035" sldId="492"/>
        </pc:sldMkLst>
      </pc:sldChg>
      <pc:sldChg chg="modSp add mod">
        <pc:chgData name="Anh Nguyen Duc" userId="04a5c95d-4a59-4e21-b199-e9922fb46c5c" providerId="ADAL" clId="{2AB8EBD5-DD33-4290-9992-79417BDD49EB}" dt="2023-01-31T22:35:06.190" v="318" actId="20577"/>
        <pc:sldMkLst>
          <pc:docMk/>
          <pc:sldMk cId="2990591522" sldId="522"/>
        </pc:sldMkLst>
        <pc:spChg chg="mod">
          <ac:chgData name="Anh Nguyen Duc" userId="04a5c95d-4a59-4e21-b199-e9922fb46c5c" providerId="ADAL" clId="{2AB8EBD5-DD33-4290-9992-79417BDD49EB}" dt="2023-01-31T22:35:06.190" v="318" actId="20577"/>
          <ac:spMkLst>
            <pc:docMk/>
            <pc:sldMk cId="2990591522" sldId="522"/>
            <ac:spMk id="2" creationId="{00000000-0000-0000-0000-000000000000}"/>
          </ac:spMkLst>
        </pc:spChg>
      </pc:sldChg>
      <pc:sldChg chg="add">
        <pc:chgData name="Anh Nguyen Duc" userId="04a5c95d-4a59-4e21-b199-e9922fb46c5c" providerId="ADAL" clId="{2AB8EBD5-DD33-4290-9992-79417BDD49EB}" dt="2023-01-31T22:28:01.990" v="230"/>
        <pc:sldMkLst>
          <pc:docMk/>
          <pc:sldMk cId="2519393796" sldId="523"/>
        </pc:sldMkLst>
      </pc:sldChg>
      <pc:sldChg chg="addSp delSp modSp add del mod">
        <pc:chgData name="Anh Nguyen Duc" userId="04a5c95d-4a59-4e21-b199-e9922fb46c5c" providerId="ADAL" clId="{2AB8EBD5-DD33-4290-9992-79417BDD49EB}" dt="2023-01-31T22:14:59.011" v="117" actId="47"/>
        <pc:sldMkLst>
          <pc:docMk/>
          <pc:sldMk cId="2832441788" sldId="555"/>
        </pc:sldMkLst>
        <pc:spChg chg="del">
          <ac:chgData name="Anh Nguyen Duc" userId="04a5c95d-4a59-4e21-b199-e9922fb46c5c" providerId="ADAL" clId="{2AB8EBD5-DD33-4290-9992-79417BDD49EB}" dt="2023-01-31T22:14:45.810" v="113" actId="21"/>
          <ac:spMkLst>
            <pc:docMk/>
            <pc:sldMk cId="2832441788" sldId="555"/>
            <ac:spMk id="3" creationId="{00000000-0000-0000-0000-000000000000}"/>
          </ac:spMkLst>
        </pc:spChg>
        <pc:spChg chg="add mod">
          <ac:chgData name="Anh Nguyen Duc" userId="04a5c95d-4a59-4e21-b199-e9922fb46c5c" providerId="ADAL" clId="{2AB8EBD5-DD33-4290-9992-79417BDD49EB}" dt="2023-01-31T22:14:45.810" v="113" actId="21"/>
          <ac:spMkLst>
            <pc:docMk/>
            <pc:sldMk cId="2832441788" sldId="555"/>
            <ac:spMk id="7" creationId="{372B5B41-9FB9-EB82-B765-AE22D785CE39}"/>
          </ac:spMkLst>
        </pc:spChg>
      </pc:sldChg>
      <pc:sldChg chg="add">
        <pc:chgData name="Anh Nguyen Duc" userId="04a5c95d-4a59-4e21-b199-e9922fb46c5c" providerId="ADAL" clId="{2AB8EBD5-DD33-4290-9992-79417BDD49EB}" dt="2023-01-31T22:14:35.520" v="110"/>
        <pc:sldMkLst>
          <pc:docMk/>
          <pc:sldMk cId="1375046651" sldId="556"/>
        </pc:sldMkLst>
      </pc:sldChg>
      <pc:sldChg chg="delSp modSp add del mod">
        <pc:chgData name="Anh Nguyen Duc" userId="04a5c95d-4a59-4e21-b199-e9922fb46c5c" providerId="ADAL" clId="{2AB8EBD5-DD33-4290-9992-79417BDD49EB}" dt="2023-02-01T09:53:54.772" v="454" actId="47"/>
        <pc:sldMkLst>
          <pc:docMk/>
          <pc:sldMk cId="4011849716" sldId="557"/>
        </pc:sldMkLst>
        <pc:graphicFrameChg chg="del modGraphic">
          <ac:chgData name="Anh Nguyen Duc" userId="04a5c95d-4a59-4e21-b199-e9922fb46c5c" providerId="ADAL" clId="{2AB8EBD5-DD33-4290-9992-79417BDD49EB}" dt="2023-01-31T22:15:33.581" v="123" actId="21"/>
          <ac:graphicFrameMkLst>
            <pc:docMk/>
            <pc:sldMk cId="4011849716" sldId="557"/>
            <ac:graphicFrameMk id="5" creationId="{00000000-0000-0000-0000-000000000000}"/>
          </ac:graphicFrameMkLst>
        </pc:graphicFrameChg>
      </pc:sldChg>
      <pc:sldChg chg="add">
        <pc:chgData name="Anh Nguyen Duc" userId="04a5c95d-4a59-4e21-b199-e9922fb46c5c" providerId="ADAL" clId="{2AB8EBD5-DD33-4290-9992-79417BDD49EB}" dt="2023-02-01T06:43:07.518" v="363"/>
        <pc:sldMkLst>
          <pc:docMk/>
          <pc:sldMk cId="773383886" sldId="558"/>
        </pc:sldMkLst>
      </pc:sldChg>
      <pc:sldChg chg="addSp delSp modSp add del mod ord">
        <pc:chgData name="Anh Nguyen Duc" userId="04a5c95d-4a59-4e21-b199-e9922fb46c5c" providerId="ADAL" clId="{2AB8EBD5-DD33-4290-9992-79417BDD49EB}" dt="2023-02-01T06:42:51.665" v="362" actId="2696"/>
        <pc:sldMkLst>
          <pc:docMk/>
          <pc:sldMk cId="3800771739" sldId="558"/>
        </pc:sldMkLst>
        <pc:spChg chg="add del mod">
          <ac:chgData name="Anh Nguyen Duc" userId="04a5c95d-4a59-4e21-b199-e9922fb46c5c" providerId="ADAL" clId="{2AB8EBD5-DD33-4290-9992-79417BDD49EB}" dt="2023-01-31T22:17:51.086" v="186" actId="478"/>
          <ac:spMkLst>
            <pc:docMk/>
            <pc:sldMk cId="3800771739" sldId="558"/>
            <ac:spMk id="3" creationId="{07C23C07-85D8-5322-8C85-2F6C80AD4EF8}"/>
          </ac:spMkLst>
        </pc:spChg>
        <pc:spChg chg="del">
          <ac:chgData name="Anh Nguyen Duc" userId="04a5c95d-4a59-4e21-b199-e9922fb46c5c" providerId="ADAL" clId="{2AB8EBD5-DD33-4290-9992-79417BDD49EB}" dt="2023-01-31T22:17:41.232" v="184" actId="478"/>
          <ac:spMkLst>
            <pc:docMk/>
            <pc:sldMk cId="3800771739" sldId="558"/>
            <ac:spMk id="5" creationId="{00000000-0000-0000-0000-000000000000}"/>
          </ac:spMkLst>
        </pc:spChg>
        <pc:spChg chg="mod">
          <ac:chgData name="Anh Nguyen Duc" userId="04a5c95d-4a59-4e21-b199-e9922fb46c5c" providerId="ADAL" clId="{2AB8EBD5-DD33-4290-9992-79417BDD49EB}" dt="2023-01-31T22:16:38.772" v="183" actId="20577"/>
          <ac:spMkLst>
            <pc:docMk/>
            <pc:sldMk cId="3800771739" sldId="558"/>
            <ac:spMk id="82946" creationId="{00000000-0000-0000-0000-000000000000}"/>
          </ac:spMkLst>
        </pc:spChg>
        <pc:spChg chg="del">
          <ac:chgData name="Anh Nguyen Duc" userId="04a5c95d-4a59-4e21-b199-e9922fb46c5c" providerId="ADAL" clId="{2AB8EBD5-DD33-4290-9992-79417BDD49EB}" dt="2023-01-31T22:17:48.893" v="185" actId="478"/>
          <ac:spMkLst>
            <pc:docMk/>
            <pc:sldMk cId="3800771739" sldId="558"/>
            <ac:spMk id="82947" creationId="{00000000-0000-0000-0000-000000000000}"/>
          </ac:spMkLst>
        </pc:spChg>
        <pc:graphicFrameChg chg="del">
          <ac:chgData name="Anh Nguyen Duc" userId="04a5c95d-4a59-4e21-b199-e9922fb46c5c" providerId="ADAL" clId="{2AB8EBD5-DD33-4290-9992-79417BDD49EB}" dt="2023-01-31T22:17:41.232" v="184" actId="478"/>
          <ac:graphicFrameMkLst>
            <pc:docMk/>
            <pc:sldMk cId="3800771739" sldId="558"/>
            <ac:graphicFrameMk id="8" creationId="{00000000-0000-0000-0000-000000000000}"/>
          </ac:graphicFrameMkLst>
        </pc:graphicFrameChg>
        <pc:picChg chg="add mod modCrop">
          <ac:chgData name="Anh Nguyen Duc" userId="04a5c95d-4a59-4e21-b199-e9922fb46c5c" providerId="ADAL" clId="{2AB8EBD5-DD33-4290-9992-79417BDD49EB}" dt="2023-01-31T22:18:06.540" v="192" actId="1076"/>
          <ac:picMkLst>
            <pc:docMk/>
            <pc:sldMk cId="3800771739" sldId="558"/>
            <ac:picMk id="7" creationId="{2EF0D315-DC40-21A8-BE25-48E0B3648460}"/>
          </ac:picMkLst>
        </pc:picChg>
      </pc:sldChg>
      <pc:sldChg chg="new del">
        <pc:chgData name="Anh Nguyen Duc" userId="04a5c95d-4a59-4e21-b199-e9922fb46c5c" providerId="ADAL" clId="{2AB8EBD5-DD33-4290-9992-79417BDD49EB}" dt="2023-02-01T09:55:53.921" v="495" actId="47"/>
        <pc:sldMkLst>
          <pc:docMk/>
          <pc:sldMk cId="1025974227" sldId="559"/>
        </pc:sldMkLst>
      </pc:sldChg>
      <pc:sldChg chg="add del">
        <pc:chgData name="Anh Nguyen Duc" userId="04a5c95d-4a59-4e21-b199-e9922fb46c5c" providerId="ADAL" clId="{2AB8EBD5-DD33-4290-9992-79417BDD49EB}" dt="2023-02-01T09:54:23.798" v="457" actId="47"/>
        <pc:sldMkLst>
          <pc:docMk/>
          <pc:sldMk cId="1326515503" sldId="560"/>
        </pc:sldMkLst>
      </pc:sldChg>
      <pc:sldChg chg="addSp delSp modSp new mod">
        <pc:chgData name="Anh Nguyen Duc" userId="04a5c95d-4a59-4e21-b199-e9922fb46c5c" providerId="ADAL" clId="{2AB8EBD5-DD33-4290-9992-79417BDD49EB}" dt="2023-01-31T22:32:27.188" v="265" actId="14100"/>
        <pc:sldMkLst>
          <pc:docMk/>
          <pc:sldMk cId="428436043" sldId="561"/>
        </pc:sldMkLst>
        <pc:spChg chg="mod">
          <ac:chgData name="Anh Nguyen Duc" userId="04a5c95d-4a59-4e21-b199-e9922fb46c5c" providerId="ADAL" clId="{2AB8EBD5-DD33-4290-9992-79417BDD49EB}" dt="2023-01-31T22:29:54.076" v="256" actId="20577"/>
          <ac:spMkLst>
            <pc:docMk/>
            <pc:sldMk cId="428436043" sldId="561"/>
            <ac:spMk id="2" creationId="{5B5F272C-5955-A5D0-1926-685F86C89DA3}"/>
          </ac:spMkLst>
        </pc:spChg>
        <pc:spChg chg="mod">
          <ac:chgData name="Anh Nguyen Duc" userId="04a5c95d-4a59-4e21-b199-e9922fb46c5c" providerId="ADAL" clId="{2AB8EBD5-DD33-4290-9992-79417BDD49EB}" dt="2023-01-31T22:32:27.188" v="265" actId="14100"/>
          <ac:spMkLst>
            <pc:docMk/>
            <pc:sldMk cId="428436043" sldId="561"/>
            <ac:spMk id="3" creationId="{3FC33B0E-ABC7-E645-7CED-CBB3577DAEDA}"/>
          </ac:spMkLst>
        </pc:spChg>
        <pc:picChg chg="add del mod">
          <ac:chgData name="Anh Nguyen Duc" userId="04a5c95d-4a59-4e21-b199-e9922fb46c5c" providerId="ADAL" clId="{2AB8EBD5-DD33-4290-9992-79417BDD49EB}" dt="2023-01-31T22:31:57.620" v="258" actId="478"/>
          <ac:picMkLst>
            <pc:docMk/>
            <pc:sldMk cId="428436043" sldId="561"/>
            <ac:picMk id="3074" creationId="{1F4E5995-2A57-EDF8-1122-D4E2AC77AC5B}"/>
          </ac:picMkLst>
        </pc:picChg>
        <pc:picChg chg="add mod">
          <ac:chgData name="Anh Nguyen Duc" userId="04a5c95d-4a59-4e21-b199-e9922fb46c5c" providerId="ADAL" clId="{2AB8EBD5-DD33-4290-9992-79417BDD49EB}" dt="2023-01-31T22:32:02.557" v="260" actId="1076"/>
          <ac:picMkLst>
            <pc:docMk/>
            <pc:sldMk cId="428436043" sldId="561"/>
            <ac:picMk id="3076" creationId="{D4618A8B-35BE-62C6-3B1C-706D30B6C201}"/>
          </ac:picMkLst>
        </pc:picChg>
      </pc:sldChg>
      <pc:sldChg chg="addSp delSp modSp add mod">
        <pc:chgData name="Anh Nguyen Duc" userId="04a5c95d-4a59-4e21-b199-e9922fb46c5c" providerId="ADAL" clId="{2AB8EBD5-DD33-4290-9992-79417BDD49EB}" dt="2023-01-31T22:33:39.159" v="279"/>
        <pc:sldMkLst>
          <pc:docMk/>
          <pc:sldMk cId="1512656944" sldId="562"/>
        </pc:sldMkLst>
        <pc:spChg chg="mod">
          <ac:chgData name="Anh Nguyen Duc" userId="04a5c95d-4a59-4e21-b199-e9922fb46c5c" providerId="ADAL" clId="{2AB8EBD5-DD33-4290-9992-79417BDD49EB}" dt="2023-01-31T22:33:37.710" v="277" actId="14100"/>
          <ac:spMkLst>
            <pc:docMk/>
            <pc:sldMk cId="1512656944" sldId="562"/>
            <ac:spMk id="3" creationId="{3FC33B0E-ABC7-E645-7CED-CBB3577DAEDA}"/>
          </ac:spMkLst>
        </pc:spChg>
        <pc:spChg chg="add del mod">
          <ac:chgData name="Anh Nguyen Duc" userId="04a5c95d-4a59-4e21-b199-e9922fb46c5c" providerId="ADAL" clId="{2AB8EBD5-DD33-4290-9992-79417BDD49EB}" dt="2023-01-31T22:33:39.159" v="279"/>
          <ac:spMkLst>
            <pc:docMk/>
            <pc:sldMk cId="1512656944" sldId="562"/>
            <ac:spMk id="7" creationId="{5650A03D-FD78-B7CB-8361-03B3F7147096}"/>
          </ac:spMkLst>
        </pc:spChg>
        <pc:picChg chg="del mod">
          <ac:chgData name="Anh Nguyen Duc" userId="04a5c95d-4a59-4e21-b199-e9922fb46c5c" providerId="ADAL" clId="{2AB8EBD5-DD33-4290-9992-79417BDD49EB}" dt="2023-01-31T22:33:11.381" v="269" actId="478"/>
          <ac:picMkLst>
            <pc:docMk/>
            <pc:sldMk cId="1512656944" sldId="562"/>
            <ac:picMk id="3074" creationId="{1F4E5995-2A57-EDF8-1122-D4E2AC77AC5B}"/>
          </ac:picMkLst>
        </pc:picChg>
        <pc:picChg chg="add mod">
          <ac:chgData name="Anh Nguyen Duc" userId="04a5c95d-4a59-4e21-b199-e9922fb46c5c" providerId="ADAL" clId="{2AB8EBD5-DD33-4290-9992-79417BDD49EB}" dt="2023-01-31T22:33:21.092" v="273" actId="14100"/>
          <ac:picMkLst>
            <pc:docMk/>
            <pc:sldMk cId="1512656944" sldId="562"/>
            <ac:picMk id="4098" creationId="{8CAEEFEA-0C87-E19D-C97E-EC170EF1CCE5}"/>
          </ac:picMkLst>
        </pc:picChg>
      </pc:sldChg>
      <pc:sldChg chg="addSp delSp modSp new mod">
        <pc:chgData name="Anh Nguyen Duc" userId="04a5c95d-4a59-4e21-b199-e9922fb46c5c" providerId="ADAL" clId="{2AB8EBD5-DD33-4290-9992-79417BDD49EB}" dt="2023-01-31T22:34:45.120" v="306" actId="20577"/>
        <pc:sldMkLst>
          <pc:docMk/>
          <pc:sldMk cId="4021874699" sldId="563"/>
        </pc:sldMkLst>
        <pc:spChg chg="mod">
          <ac:chgData name="Anh Nguyen Duc" userId="04a5c95d-4a59-4e21-b199-e9922fb46c5c" providerId="ADAL" clId="{2AB8EBD5-DD33-4290-9992-79417BDD49EB}" dt="2023-01-31T22:33:45.060" v="296" actId="20577"/>
          <ac:spMkLst>
            <pc:docMk/>
            <pc:sldMk cId="4021874699" sldId="563"/>
            <ac:spMk id="2" creationId="{88CFDAA9-83C7-51EA-8D4C-DFFAA8359F00}"/>
          </ac:spMkLst>
        </pc:spChg>
        <pc:spChg chg="mod">
          <ac:chgData name="Anh Nguyen Duc" userId="04a5c95d-4a59-4e21-b199-e9922fb46c5c" providerId="ADAL" clId="{2AB8EBD5-DD33-4290-9992-79417BDD49EB}" dt="2023-01-31T22:34:45.120" v="306" actId="20577"/>
          <ac:spMkLst>
            <pc:docMk/>
            <pc:sldMk cId="4021874699" sldId="563"/>
            <ac:spMk id="3" creationId="{27FF8A50-F38D-8BAC-4EC1-065EE4640C0A}"/>
          </ac:spMkLst>
        </pc:spChg>
        <pc:picChg chg="add del mod">
          <ac:chgData name="Anh Nguyen Duc" userId="04a5c95d-4a59-4e21-b199-e9922fb46c5c" providerId="ADAL" clId="{2AB8EBD5-DD33-4290-9992-79417BDD49EB}" dt="2023-01-31T22:34:29.981" v="300" actId="478"/>
          <ac:picMkLst>
            <pc:docMk/>
            <pc:sldMk cId="4021874699" sldId="563"/>
            <ac:picMk id="5122" creationId="{75DDA12E-A883-DB81-2F0D-AD9109E14040}"/>
          </ac:picMkLst>
        </pc:picChg>
      </pc:sldChg>
      <pc:sldChg chg="add">
        <pc:chgData name="Anh Nguyen Duc" userId="04a5c95d-4a59-4e21-b199-e9922fb46c5c" providerId="ADAL" clId="{2AB8EBD5-DD33-4290-9992-79417BDD49EB}" dt="2023-01-31T22:34:26.274" v="299"/>
        <pc:sldMkLst>
          <pc:docMk/>
          <pc:sldMk cId="85559198" sldId="564"/>
        </pc:sldMkLst>
      </pc:sldChg>
      <pc:sldChg chg="modSp add del mod">
        <pc:chgData name="Anh Nguyen Duc" userId="04a5c95d-4a59-4e21-b199-e9922fb46c5c" providerId="ADAL" clId="{2AB8EBD5-DD33-4290-9992-79417BDD49EB}" dt="2023-02-01T09:57:02.104" v="526" actId="47"/>
        <pc:sldMkLst>
          <pc:docMk/>
          <pc:sldMk cId="4156815003" sldId="565"/>
        </pc:sldMkLst>
        <pc:spChg chg="mod">
          <ac:chgData name="Anh Nguyen Duc" userId="04a5c95d-4a59-4e21-b199-e9922fb46c5c" providerId="ADAL" clId="{2AB8EBD5-DD33-4290-9992-79417BDD49EB}" dt="2023-02-01T06:43:20.536" v="383" actId="20577"/>
          <ac:spMkLst>
            <pc:docMk/>
            <pc:sldMk cId="4156815003" sldId="565"/>
            <ac:spMk id="2" creationId="{669C9296-47E0-D3E8-9269-A20EACF52091}"/>
          </ac:spMkLst>
        </pc:spChg>
      </pc:sldChg>
      <pc:sldChg chg="modSp add mod">
        <pc:chgData name="Anh Nguyen Duc" userId="04a5c95d-4a59-4e21-b199-e9922fb46c5c" providerId="ADAL" clId="{2AB8EBD5-DD33-4290-9992-79417BDD49EB}" dt="2023-02-01T09:53:47.168" v="453" actId="20577"/>
        <pc:sldMkLst>
          <pc:docMk/>
          <pc:sldMk cId="1847845568" sldId="566"/>
        </pc:sldMkLst>
        <pc:spChg chg="mod">
          <ac:chgData name="Anh Nguyen Duc" userId="04a5c95d-4a59-4e21-b199-e9922fb46c5c" providerId="ADAL" clId="{2AB8EBD5-DD33-4290-9992-79417BDD49EB}" dt="2023-02-01T09:53:47.168" v="453" actId="20577"/>
          <ac:spMkLst>
            <pc:docMk/>
            <pc:sldMk cId="1847845568" sldId="566"/>
            <ac:spMk id="15362" creationId="{00000000-0000-0000-0000-000000000000}"/>
          </ac:spMkLst>
        </pc:spChg>
      </pc:sldChg>
      <pc:sldChg chg="add del">
        <pc:chgData name="Anh Nguyen Duc" userId="04a5c95d-4a59-4e21-b199-e9922fb46c5c" providerId="ADAL" clId="{2AB8EBD5-DD33-4290-9992-79417BDD49EB}" dt="2023-02-01T09:54:46.254" v="459"/>
        <pc:sldMkLst>
          <pc:docMk/>
          <pc:sldMk cId="906597100" sldId="567"/>
        </pc:sldMkLst>
      </pc:sldChg>
      <pc:sldChg chg="modSp add del mod">
        <pc:chgData name="Anh Nguyen Duc" userId="04a5c95d-4a59-4e21-b199-e9922fb46c5c" providerId="ADAL" clId="{2AB8EBD5-DD33-4290-9992-79417BDD49EB}" dt="2023-02-01T09:56:32.306" v="520" actId="47"/>
        <pc:sldMkLst>
          <pc:docMk/>
          <pc:sldMk cId="4124490869" sldId="567"/>
        </pc:sldMkLst>
        <pc:spChg chg="mod">
          <ac:chgData name="Anh Nguyen Duc" userId="04a5c95d-4a59-4e21-b199-e9922fb46c5c" providerId="ADAL" clId="{2AB8EBD5-DD33-4290-9992-79417BDD49EB}" dt="2023-02-01T09:55:10.812" v="490" actId="207"/>
          <ac:spMkLst>
            <pc:docMk/>
            <pc:sldMk cId="4124490869" sldId="567"/>
            <ac:spMk id="3" creationId="{00000000-0000-0000-0000-000000000000}"/>
          </ac:spMkLst>
        </pc:spChg>
      </pc:sldChg>
      <pc:sldChg chg="modSp add del mod">
        <pc:chgData name="Anh Nguyen Duc" userId="04a5c95d-4a59-4e21-b199-e9922fb46c5c" providerId="ADAL" clId="{2AB8EBD5-DD33-4290-9992-79417BDD49EB}" dt="2023-02-01T09:56:20.911" v="518" actId="207"/>
        <pc:sldMkLst>
          <pc:docMk/>
          <pc:sldMk cId="205730912" sldId="568"/>
        </pc:sldMkLst>
        <pc:spChg chg="mod">
          <ac:chgData name="Anh Nguyen Duc" userId="04a5c95d-4a59-4e21-b199-e9922fb46c5c" providerId="ADAL" clId="{2AB8EBD5-DD33-4290-9992-79417BDD49EB}" dt="2023-02-01T09:56:20.911" v="518" actId="207"/>
          <ac:spMkLst>
            <pc:docMk/>
            <pc:sldMk cId="205730912" sldId="568"/>
            <ac:spMk id="3" creationId="{00000000-0000-0000-0000-000000000000}"/>
          </ac:spMkLst>
        </pc:spChg>
      </pc:sldChg>
      <pc:sldChg chg="modSp add mod">
        <pc:chgData name="Anh Nguyen Duc" userId="04a5c95d-4a59-4e21-b199-e9922fb46c5c" providerId="ADAL" clId="{2AB8EBD5-DD33-4290-9992-79417BDD49EB}" dt="2023-02-01T09:56:38.788" v="522" actId="207"/>
        <pc:sldMkLst>
          <pc:docMk/>
          <pc:sldMk cId="4073554529" sldId="569"/>
        </pc:sldMkLst>
        <pc:spChg chg="mod">
          <ac:chgData name="Anh Nguyen Duc" userId="04a5c95d-4a59-4e21-b199-e9922fb46c5c" providerId="ADAL" clId="{2AB8EBD5-DD33-4290-9992-79417BDD49EB}" dt="2023-02-01T09:56:38.788" v="522" actId="207"/>
          <ac:spMkLst>
            <pc:docMk/>
            <pc:sldMk cId="4073554529" sldId="569"/>
            <ac:spMk id="3" creationId="{00000000-0000-0000-0000-000000000000}"/>
          </ac:spMkLst>
        </pc:spChg>
      </pc:sldChg>
      <pc:sldChg chg="modSp add mod">
        <pc:chgData name="Anh Nguyen Duc" userId="04a5c95d-4a59-4e21-b199-e9922fb46c5c" providerId="ADAL" clId="{2AB8EBD5-DD33-4290-9992-79417BDD49EB}" dt="2023-02-01T09:57:00.787" v="525" actId="207"/>
        <pc:sldMkLst>
          <pc:docMk/>
          <pc:sldMk cId="3944500928" sldId="570"/>
        </pc:sldMkLst>
        <pc:spChg chg="mod">
          <ac:chgData name="Anh Nguyen Duc" userId="04a5c95d-4a59-4e21-b199-e9922fb46c5c" providerId="ADAL" clId="{2AB8EBD5-DD33-4290-9992-79417BDD49EB}" dt="2023-02-01T09:57:00.787" v="525" actId="207"/>
          <ac:spMkLst>
            <pc:docMk/>
            <pc:sldMk cId="3944500928" sldId="570"/>
            <ac:spMk id="3" creationId="{00000000-0000-0000-0000-000000000000}"/>
          </ac:spMkLst>
        </pc:spChg>
      </pc:sldChg>
      <pc:sldChg chg="modSp add mod">
        <pc:chgData name="Anh Nguyen Duc" userId="04a5c95d-4a59-4e21-b199-e9922fb46c5c" providerId="ADAL" clId="{2AB8EBD5-DD33-4290-9992-79417BDD49EB}" dt="2023-02-01T09:57:23.970" v="529" actId="207"/>
        <pc:sldMkLst>
          <pc:docMk/>
          <pc:sldMk cId="328099537" sldId="571"/>
        </pc:sldMkLst>
        <pc:spChg chg="mod">
          <ac:chgData name="Anh Nguyen Duc" userId="04a5c95d-4a59-4e21-b199-e9922fb46c5c" providerId="ADAL" clId="{2AB8EBD5-DD33-4290-9992-79417BDD49EB}" dt="2023-02-01T09:57:23.970" v="529" actId="207"/>
          <ac:spMkLst>
            <pc:docMk/>
            <pc:sldMk cId="328099537" sldId="571"/>
            <ac:spMk id="3" creationId="{00000000-0000-0000-0000-000000000000}"/>
          </ac:spMkLst>
        </pc:spChg>
      </pc:sldChg>
      <pc:sldChg chg="modSp add mod">
        <pc:chgData name="Anh Nguyen Duc" userId="04a5c95d-4a59-4e21-b199-e9922fb46c5c" providerId="ADAL" clId="{2AB8EBD5-DD33-4290-9992-79417BDD49EB}" dt="2023-02-01T09:57:42.668" v="534" actId="207"/>
        <pc:sldMkLst>
          <pc:docMk/>
          <pc:sldMk cId="785069610" sldId="572"/>
        </pc:sldMkLst>
        <pc:spChg chg="mod">
          <ac:chgData name="Anh Nguyen Duc" userId="04a5c95d-4a59-4e21-b199-e9922fb46c5c" providerId="ADAL" clId="{2AB8EBD5-DD33-4290-9992-79417BDD49EB}" dt="2023-02-01T09:57:42.668" v="534" actId="207"/>
          <ac:spMkLst>
            <pc:docMk/>
            <pc:sldMk cId="785069610" sldId="572"/>
            <ac:spMk id="3" creationId="{00000000-0000-0000-0000-000000000000}"/>
          </ac:spMkLst>
        </pc:spChg>
      </pc:sldChg>
    </pc:docChg>
  </pc:docChgLst>
  <pc:docChgLst>
    <pc:chgData name="Anh Nguyen Duc" userId="04a5c95d-4a59-4e21-b199-e9922fb46c5c" providerId="ADAL" clId="{32E1B31F-D9BD-45B6-94E7-B43D75A23F45}"/>
    <pc:docChg chg="custSel addSld modSld">
      <pc:chgData name="Anh Nguyen Duc" userId="04a5c95d-4a59-4e21-b199-e9922fb46c5c" providerId="ADAL" clId="{32E1B31F-D9BD-45B6-94E7-B43D75A23F45}" dt="2023-01-01T19:56:50.591" v="39"/>
      <pc:docMkLst>
        <pc:docMk/>
      </pc:docMkLst>
      <pc:sldChg chg="addSp delSp modSp mod">
        <pc:chgData name="Anh Nguyen Duc" userId="04a5c95d-4a59-4e21-b199-e9922fb46c5c" providerId="ADAL" clId="{32E1B31F-D9BD-45B6-94E7-B43D75A23F45}" dt="2023-01-01T19:53:21.575" v="3" actId="14100"/>
        <pc:sldMkLst>
          <pc:docMk/>
          <pc:sldMk cId="3760942705" sldId="432"/>
        </pc:sldMkLst>
        <pc:picChg chg="del">
          <ac:chgData name="Anh Nguyen Duc" userId="04a5c95d-4a59-4e21-b199-e9922fb46c5c" providerId="ADAL" clId="{32E1B31F-D9BD-45B6-94E7-B43D75A23F45}" dt="2023-01-01T19:53:13.894" v="0" actId="478"/>
          <ac:picMkLst>
            <pc:docMk/>
            <pc:sldMk cId="3760942705" sldId="432"/>
            <ac:picMk id="4" creationId="{22E850A7-8DF8-46D1-9DB2-6D19A36D5B87}"/>
          </ac:picMkLst>
        </pc:picChg>
        <pc:picChg chg="add mod">
          <ac:chgData name="Anh Nguyen Duc" userId="04a5c95d-4a59-4e21-b199-e9922fb46c5c" providerId="ADAL" clId="{32E1B31F-D9BD-45B6-94E7-B43D75A23F45}" dt="2023-01-01T19:53:21.575" v="3" actId="14100"/>
          <ac:picMkLst>
            <pc:docMk/>
            <pc:sldMk cId="3760942705" sldId="432"/>
            <ac:picMk id="1026" creationId="{06CEB041-F4F3-52FF-C76E-A9CD32753BDC}"/>
          </ac:picMkLst>
        </pc:picChg>
      </pc:sldChg>
      <pc:sldChg chg="modSp mod">
        <pc:chgData name="Anh Nguyen Duc" userId="04a5c95d-4a59-4e21-b199-e9922fb46c5c" providerId="ADAL" clId="{32E1B31F-D9BD-45B6-94E7-B43D75A23F45}" dt="2023-01-01T19:56:50.591" v="39"/>
        <pc:sldMkLst>
          <pc:docMk/>
          <pc:sldMk cId="3834219519" sldId="453"/>
        </pc:sldMkLst>
        <pc:spChg chg="mod">
          <ac:chgData name="Anh Nguyen Duc" userId="04a5c95d-4a59-4e21-b199-e9922fb46c5c" providerId="ADAL" clId="{32E1B31F-D9BD-45B6-94E7-B43D75A23F45}" dt="2023-01-01T19:56:50.591" v="39"/>
          <ac:spMkLst>
            <pc:docMk/>
            <pc:sldMk cId="3834219519" sldId="453"/>
            <ac:spMk id="3" creationId="{001BA5E7-D936-68F9-207F-CEA11A9E7AD5}"/>
          </ac:spMkLst>
        </pc:spChg>
      </pc:sldChg>
      <pc:sldChg chg="addSp delSp modSp add modNotesTx">
        <pc:chgData name="Anh Nguyen Duc" userId="04a5c95d-4a59-4e21-b199-e9922fb46c5c" providerId="ADAL" clId="{32E1B31F-D9BD-45B6-94E7-B43D75A23F45}" dt="2023-01-01T19:54:33.582" v="34" actId="1076"/>
        <pc:sldMkLst>
          <pc:docMk/>
          <pc:sldMk cId="2627506454" sldId="454"/>
        </pc:sldMkLst>
        <pc:spChg chg="mod">
          <ac:chgData name="Anh Nguyen Duc" userId="04a5c95d-4a59-4e21-b199-e9922fb46c5c" providerId="ADAL" clId="{32E1B31F-D9BD-45B6-94E7-B43D75A23F45}" dt="2023-01-01T19:54:03.614" v="26" actId="20577"/>
          <ac:spMkLst>
            <pc:docMk/>
            <pc:sldMk cId="2627506454" sldId="454"/>
            <ac:spMk id="6" creationId="{00000000-0000-0000-0000-000000000000}"/>
          </ac:spMkLst>
        </pc:spChg>
        <pc:picChg chg="del">
          <ac:chgData name="Anh Nguyen Duc" userId="04a5c95d-4a59-4e21-b199-e9922fb46c5c" providerId="ADAL" clId="{32E1B31F-D9BD-45B6-94E7-B43D75A23F45}" dt="2023-01-01T19:53:45.383" v="5" actId="478"/>
          <ac:picMkLst>
            <pc:docMk/>
            <pc:sldMk cId="2627506454" sldId="454"/>
            <ac:picMk id="1026" creationId="{06CEB041-F4F3-52FF-C76E-A9CD32753BDC}"/>
          </ac:picMkLst>
        </pc:picChg>
        <pc:picChg chg="add mod">
          <ac:chgData name="Anh Nguyen Duc" userId="04a5c95d-4a59-4e21-b199-e9922fb46c5c" providerId="ADAL" clId="{32E1B31F-D9BD-45B6-94E7-B43D75A23F45}" dt="2023-01-01T19:53:59.364" v="9" actId="14100"/>
          <ac:picMkLst>
            <pc:docMk/>
            <pc:sldMk cId="2627506454" sldId="454"/>
            <ac:picMk id="2050" creationId="{439BDE89-F56F-DA13-4294-8EC68F6A28F4}"/>
          </ac:picMkLst>
        </pc:picChg>
        <pc:picChg chg="add mod">
          <ac:chgData name="Anh Nguyen Duc" userId="04a5c95d-4a59-4e21-b199-e9922fb46c5c" providerId="ADAL" clId="{32E1B31F-D9BD-45B6-94E7-B43D75A23F45}" dt="2023-01-01T19:54:15.978" v="29" actId="1076"/>
          <ac:picMkLst>
            <pc:docMk/>
            <pc:sldMk cId="2627506454" sldId="454"/>
            <ac:picMk id="2052" creationId="{02F247BB-8BBF-D9F6-D84B-4F2D4F051833}"/>
          </ac:picMkLst>
        </pc:picChg>
        <pc:picChg chg="add mod">
          <ac:chgData name="Anh Nguyen Duc" userId="04a5c95d-4a59-4e21-b199-e9922fb46c5c" providerId="ADAL" clId="{32E1B31F-D9BD-45B6-94E7-B43D75A23F45}" dt="2023-01-01T19:54:33.582" v="34" actId="1076"/>
          <ac:picMkLst>
            <pc:docMk/>
            <pc:sldMk cId="2627506454" sldId="454"/>
            <ac:picMk id="2054" creationId="{30875793-0896-5131-A319-1F3085588D8E}"/>
          </ac:picMkLst>
        </pc:picChg>
      </pc:sldChg>
      <pc:sldChg chg="addSp modSp add">
        <pc:chgData name="Anh Nguyen Duc" userId="04a5c95d-4a59-4e21-b199-e9922fb46c5c" providerId="ADAL" clId="{32E1B31F-D9BD-45B6-94E7-B43D75A23F45}" dt="2023-01-01T19:54:54.899" v="37" actId="1076"/>
        <pc:sldMkLst>
          <pc:docMk/>
          <pc:sldMk cId="2964452302" sldId="455"/>
        </pc:sldMkLst>
        <pc:picChg chg="add mod">
          <ac:chgData name="Anh Nguyen Duc" userId="04a5c95d-4a59-4e21-b199-e9922fb46c5c" providerId="ADAL" clId="{32E1B31F-D9BD-45B6-94E7-B43D75A23F45}" dt="2023-01-01T19:54:54.899" v="37" actId="1076"/>
          <ac:picMkLst>
            <pc:docMk/>
            <pc:sldMk cId="2964452302" sldId="455"/>
            <ac:picMk id="3074" creationId="{7FC18E54-249B-C4C4-7598-C4222CD38B62}"/>
          </ac:picMkLst>
        </pc:picChg>
      </pc:sldChg>
    </pc:docChg>
  </pc:docChgLst>
  <pc:docChgLst>
    <pc:chgData name="Anh Nguyen Duc" userId="04a5c95d-4a59-4e21-b199-e9922fb46c5c" providerId="ADAL" clId="{936A4CBF-C0DE-41CD-A596-E5FB0D4DF4CA}"/>
    <pc:docChg chg="modSld">
      <pc:chgData name="Anh Nguyen Duc" userId="04a5c95d-4a59-4e21-b199-e9922fb46c5c" providerId="ADAL" clId="{936A4CBF-C0DE-41CD-A596-E5FB0D4DF4CA}" dt="2023-08-23T08:28:03.945" v="2" actId="20577"/>
      <pc:docMkLst>
        <pc:docMk/>
      </pc:docMkLst>
      <pc:sldChg chg="modSp mod">
        <pc:chgData name="Anh Nguyen Duc" userId="04a5c95d-4a59-4e21-b199-e9922fb46c5c" providerId="ADAL" clId="{936A4CBF-C0DE-41CD-A596-E5FB0D4DF4CA}" dt="2023-08-23T08:27:28.147" v="0" actId="20577"/>
        <pc:sldMkLst>
          <pc:docMk/>
          <pc:sldMk cId="0" sldId="276"/>
        </pc:sldMkLst>
        <pc:spChg chg="mod">
          <ac:chgData name="Anh Nguyen Duc" userId="04a5c95d-4a59-4e21-b199-e9922fb46c5c" providerId="ADAL" clId="{936A4CBF-C0DE-41CD-A596-E5FB0D4DF4CA}" dt="2023-08-23T08:27:28.147" v="0" actId="20577"/>
          <ac:spMkLst>
            <pc:docMk/>
            <pc:sldMk cId="0" sldId="276"/>
            <ac:spMk id="3" creationId="{00000000-0000-0000-0000-000000000000}"/>
          </ac:spMkLst>
        </pc:spChg>
      </pc:sldChg>
      <pc:sldChg chg="modSp mod">
        <pc:chgData name="Anh Nguyen Duc" userId="04a5c95d-4a59-4e21-b199-e9922fb46c5c" providerId="ADAL" clId="{936A4CBF-C0DE-41CD-A596-E5FB0D4DF4CA}" dt="2023-08-23T08:27:30.559" v="1" actId="20577"/>
        <pc:sldMkLst>
          <pc:docMk/>
          <pc:sldMk cId="1628339869" sldId="456"/>
        </pc:sldMkLst>
        <pc:spChg chg="mod">
          <ac:chgData name="Anh Nguyen Duc" userId="04a5c95d-4a59-4e21-b199-e9922fb46c5c" providerId="ADAL" clId="{936A4CBF-C0DE-41CD-A596-E5FB0D4DF4CA}" dt="2023-08-23T08:27:30.559" v="1" actId="20577"/>
          <ac:spMkLst>
            <pc:docMk/>
            <pc:sldMk cId="1628339869" sldId="456"/>
            <ac:spMk id="3" creationId="{00000000-0000-0000-0000-000000000000}"/>
          </ac:spMkLst>
        </pc:spChg>
      </pc:sldChg>
      <pc:sldChg chg="modSp mod">
        <pc:chgData name="Anh Nguyen Duc" userId="04a5c95d-4a59-4e21-b199-e9922fb46c5c" providerId="ADAL" clId="{936A4CBF-C0DE-41CD-A596-E5FB0D4DF4CA}" dt="2023-08-23T08:28:03.945" v="2" actId="20577"/>
        <pc:sldMkLst>
          <pc:docMk/>
          <pc:sldMk cId="785069610" sldId="572"/>
        </pc:sldMkLst>
        <pc:spChg chg="mod">
          <ac:chgData name="Anh Nguyen Duc" userId="04a5c95d-4a59-4e21-b199-e9922fb46c5c" providerId="ADAL" clId="{936A4CBF-C0DE-41CD-A596-E5FB0D4DF4CA}" dt="2023-08-23T08:28:03.945" v="2" actId="20577"/>
          <ac:spMkLst>
            <pc:docMk/>
            <pc:sldMk cId="785069610" sldId="572"/>
            <ac:spMk id="3" creationId="{00000000-0000-0000-0000-000000000000}"/>
          </ac:spMkLst>
        </pc:spChg>
      </pc:sldChg>
    </pc:docChg>
  </pc:docChgLst>
  <pc:docChgLst>
    <pc:chgData name="Anh Nguyen Duc" userId="04a5c95d-4a59-4e21-b199-e9922fb46c5c" providerId="ADAL" clId="{92A3CD8B-DDD5-4646-BD56-819D78BEBB4A}"/>
    <pc:docChg chg="custSel addSld modSld">
      <pc:chgData name="Anh Nguyen Duc" userId="04a5c95d-4a59-4e21-b199-e9922fb46c5c" providerId="ADAL" clId="{92A3CD8B-DDD5-4646-BD56-819D78BEBB4A}" dt="2022-09-21T06:03:13.971" v="438" actId="207"/>
      <pc:docMkLst>
        <pc:docMk/>
      </pc:docMkLst>
      <pc:sldChg chg="modSp mod">
        <pc:chgData name="Anh Nguyen Duc" userId="04a5c95d-4a59-4e21-b199-e9922fb46c5c" providerId="ADAL" clId="{92A3CD8B-DDD5-4646-BD56-819D78BEBB4A}" dt="2022-09-13T20:15:21.455" v="406" actId="20577"/>
        <pc:sldMkLst>
          <pc:docMk/>
          <pc:sldMk cId="0" sldId="276"/>
        </pc:sldMkLst>
        <pc:spChg chg="mod">
          <ac:chgData name="Anh Nguyen Duc" userId="04a5c95d-4a59-4e21-b199-e9922fb46c5c" providerId="ADAL" clId="{92A3CD8B-DDD5-4646-BD56-819D78BEBB4A}" dt="2022-09-13T20:15:21.455" v="406" actId="20577"/>
          <ac:spMkLst>
            <pc:docMk/>
            <pc:sldMk cId="0" sldId="276"/>
            <ac:spMk id="3" creationId="{00000000-0000-0000-0000-000000000000}"/>
          </ac:spMkLst>
        </pc:spChg>
      </pc:sldChg>
      <pc:sldChg chg="modSp mod">
        <pc:chgData name="Anh Nguyen Duc" userId="04a5c95d-4a59-4e21-b199-e9922fb46c5c" providerId="ADAL" clId="{92A3CD8B-DDD5-4646-BD56-819D78BEBB4A}" dt="2022-09-13T20:14:21.217" v="371" actId="27636"/>
        <pc:sldMkLst>
          <pc:docMk/>
          <pc:sldMk cId="1077507066" sldId="445"/>
        </pc:sldMkLst>
        <pc:spChg chg="mod">
          <ac:chgData name="Anh Nguyen Duc" userId="04a5c95d-4a59-4e21-b199-e9922fb46c5c" providerId="ADAL" clId="{92A3CD8B-DDD5-4646-BD56-819D78BEBB4A}" dt="2022-09-13T20:14:21.217" v="371" actId="27636"/>
          <ac:spMkLst>
            <pc:docMk/>
            <pc:sldMk cId="1077507066" sldId="445"/>
            <ac:spMk id="3" creationId="{00000000-0000-0000-0000-000000000000}"/>
          </ac:spMkLst>
        </pc:spChg>
      </pc:sldChg>
      <pc:sldChg chg="addSp modSp new mod">
        <pc:chgData name="Anh Nguyen Duc" userId="04a5c95d-4a59-4e21-b199-e9922fb46c5c" providerId="ADAL" clId="{92A3CD8B-DDD5-4646-BD56-819D78BEBB4A}" dt="2022-09-13T20:17:40.130" v="410" actId="22"/>
        <pc:sldMkLst>
          <pc:docMk/>
          <pc:sldMk cId="2347119017" sldId="452"/>
        </pc:sldMkLst>
        <pc:spChg chg="mod">
          <ac:chgData name="Anh Nguyen Duc" userId="04a5c95d-4a59-4e21-b199-e9922fb46c5c" providerId="ADAL" clId="{92A3CD8B-DDD5-4646-BD56-819D78BEBB4A}" dt="2022-09-13T20:16:49.116" v="409" actId="20577"/>
          <ac:spMkLst>
            <pc:docMk/>
            <pc:sldMk cId="2347119017" sldId="452"/>
            <ac:spMk id="2" creationId="{D5FE63F8-E6E1-C7CD-3EB8-3B695C6296EC}"/>
          </ac:spMkLst>
        </pc:spChg>
        <pc:spChg chg="add">
          <ac:chgData name="Anh Nguyen Duc" userId="04a5c95d-4a59-4e21-b199-e9922fb46c5c" providerId="ADAL" clId="{92A3CD8B-DDD5-4646-BD56-819D78BEBB4A}" dt="2022-09-13T20:17:40.130" v="410" actId="22"/>
          <ac:spMkLst>
            <pc:docMk/>
            <pc:sldMk cId="2347119017" sldId="452"/>
            <ac:spMk id="6" creationId="{7B4F28F6-7236-6BF8-6EA0-D8E3AC29BA34}"/>
          </ac:spMkLst>
        </pc:spChg>
      </pc:sldChg>
      <pc:sldChg chg="modSp new mod">
        <pc:chgData name="Anh Nguyen Duc" userId="04a5c95d-4a59-4e21-b199-e9922fb46c5c" providerId="ADAL" clId="{92A3CD8B-DDD5-4646-BD56-819D78BEBB4A}" dt="2022-09-21T06:03:13.971" v="438" actId="207"/>
        <pc:sldMkLst>
          <pc:docMk/>
          <pc:sldMk cId="3834219519" sldId="453"/>
        </pc:sldMkLst>
        <pc:spChg chg="mod">
          <ac:chgData name="Anh Nguyen Duc" userId="04a5c95d-4a59-4e21-b199-e9922fb46c5c" providerId="ADAL" clId="{92A3CD8B-DDD5-4646-BD56-819D78BEBB4A}" dt="2022-09-21T06:03:13.971" v="438" actId="207"/>
          <ac:spMkLst>
            <pc:docMk/>
            <pc:sldMk cId="3834219519" sldId="453"/>
            <ac:spMk id="3" creationId="{001BA5E7-D936-68F9-207F-CEA11A9E7AD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4857" tIns="47429" rIns="94857" bIns="47429" rtlCol="0"/>
          <a:lstStyle>
            <a:lvl1pPr algn="l">
              <a:defRPr sz="1300" smtClean="0"/>
            </a:lvl1pPr>
          </a:lstStyle>
          <a:p>
            <a:pPr>
              <a:defRPr/>
            </a:pPr>
            <a:r>
              <a:rPr lang="en-US"/>
              <a:t>Software Engineering - CO3001</a:t>
            </a:r>
          </a:p>
        </p:txBody>
      </p:sp>
      <p:sp>
        <p:nvSpPr>
          <p:cNvPr id="3" name="Date Placeholder 2"/>
          <p:cNvSpPr>
            <a:spLocks noGrp="1"/>
          </p:cNvSpPr>
          <p:nvPr>
            <p:ph type="dt" sz="quarter" idx="1"/>
          </p:nvPr>
        </p:nvSpPr>
        <p:spPr>
          <a:xfrm>
            <a:off x="3815373" y="0"/>
            <a:ext cx="2918831" cy="493316"/>
          </a:xfrm>
          <a:prstGeom prst="rect">
            <a:avLst/>
          </a:prstGeom>
        </p:spPr>
        <p:txBody>
          <a:bodyPr vert="horz" lIns="94857" tIns="47429" rIns="94857" bIns="47429" rtlCol="0"/>
          <a:lstStyle>
            <a:lvl1pPr algn="r">
              <a:defRPr sz="1300" smtClean="0"/>
            </a:lvl1pPr>
          </a:lstStyle>
          <a:p>
            <a:pPr>
              <a:defRPr/>
            </a:pPr>
            <a:fld id="{4C5F6FB0-2D2C-4041-8FB2-7A30F030715A}" type="datetime1">
              <a:rPr lang="en-US" smtClean="0"/>
              <a:t>9/10/26</a:t>
            </a:fld>
            <a:endParaRPr lang="en-US"/>
          </a:p>
        </p:txBody>
      </p:sp>
      <p:sp>
        <p:nvSpPr>
          <p:cNvPr id="4" name="Footer Placeholder 3"/>
          <p:cNvSpPr>
            <a:spLocks noGrp="1"/>
          </p:cNvSpPr>
          <p:nvPr>
            <p:ph type="ftr" sz="quarter" idx="2"/>
          </p:nvPr>
        </p:nvSpPr>
        <p:spPr>
          <a:xfrm>
            <a:off x="0" y="9371285"/>
            <a:ext cx="2918831" cy="493316"/>
          </a:xfrm>
          <a:prstGeom prst="rect">
            <a:avLst/>
          </a:prstGeom>
        </p:spPr>
        <p:txBody>
          <a:bodyPr vert="horz" lIns="94857" tIns="47429" rIns="94857" bIns="47429" rtlCol="0" anchor="b"/>
          <a:lstStyle>
            <a:lvl1pPr algn="l">
              <a:defRPr sz="1300" smtClean="0"/>
            </a:lvl1pPr>
          </a:lstStyle>
          <a:p>
            <a:pPr>
              <a:defRPr/>
            </a:pPr>
            <a:endParaRPr lang="en-US"/>
          </a:p>
        </p:txBody>
      </p:sp>
      <p:sp>
        <p:nvSpPr>
          <p:cNvPr id="5" name="Slide Number Placeholder 4"/>
          <p:cNvSpPr>
            <a:spLocks noGrp="1"/>
          </p:cNvSpPr>
          <p:nvPr>
            <p:ph type="sldNum" sz="quarter" idx="3"/>
          </p:nvPr>
        </p:nvSpPr>
        <p:spPr>
          <a:xfrm>
            <a:off x="3815373" y="9371285"/>
            <a:ext cx="2918831" cy="493316"/>
          </a:xfrm>
          <a:prstGeom prst="rect">
            <a:avLst/>
          </a:prstGeom>
        </p:spPr>
        <p:txBody>
          <a:bodyPr vert="horz" lIns="94857" tIns="47429" rIns="94857" bIns="47429" rtlCol="0" anchor="b"/>
          <a:lstStyle>
            <a:lvl1pPr algn="r">
              <a:defRPr sz="13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377055166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4857" tIns="47429" rIns="94857" bIns="47429" rtlCol="0"/>
          <a:lstStyle>
            <a:lvl1pPr algn="l">
              <a:defRPr sz="1300" smtClean="0"/>
            </a:lvl1pPr>
          </a:lstStyle>
          <a:p>
            <a:pPr>
              <a:defRPr/>
            </a:pPr>
            <a:r>
              <a:rPr lang="en-US"/>
              <a:t>Software Engineering - CO3001</a:t>
            </a:r>
          </a:p>
        </p:txBody>
      </p:sp>
      <p:sp>
        <p:nvSpPr>
          <p:cNvPr id="3" name="Date Placeholder 2"/>
          <p:cNvSpPr>
            <a:spLocks noGrp="1"/>
          </p:cNvSpPr>
          <p:nvPr>
            <p:ph type="dt" idx="1"/>
          </p:nvPr>
        </p:nvSpPr>
        <p:spPr>
          <a:xfrm>
            <a:off x="3815373" y="0"/>
            <a:ext cx="2918831" cy="493316"/>
          </a:xfrm>
          <a:prstGeom prst="rect">
            <a:avLst/>
          </a:prstGeom>
        </p:spPr>
        <p:txBody>
          <a:bodyPr vert="horz" lIns="94857" tIns="47429" rIns="94857" bIns="47429" rtlCol="0"/>
          <a:lstStyle>
            <a:lvl1pPr algn="r">
              <a:defRPr sz="1300" smtClean="0"/>
            </a:lvl1pPr>
          </a:lstStyle>
          <a:p>
            <a:pPr>
              <a:defRPr/>
            </a:pPr>
            <a:fld id="{7E981EC2-6ED8-4204-A31D-5B7303DEF29A}" type="datetime1">
              <a:rPr lang="en-US" smtClean="0"/>
              <a:t>9/10/26</a:t>
            </a:fld>
            <a:endParaRPr lang="en-US"/>
          </a:p>
        </p:txBody>
      </p:sp>
      <p:sp>
        <p:nvSpPr>
          <p:cNvPr id="4" name="Slide Image Placeholder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4857" tIns="47429" rIns="94857" bIns="47429" rtlCol="0" anchor="ctr"/>
          <a:lstStyle/>
          <a:p>
            <a:pPr lvl="0"/>
            <a:endParaRPr lang="en-US" noProof="0"/>
          </a:p>
        </p:txBody>
      </p:sp>
      <p:sp>
        <p:nvSpPr>
          <p:cNvPr id="5" name="Notes Placeholder 4"/>
          <p:cNvSpPr>
            <a:spLocks noGrp="1"/>
          </p:cNvSpPr>
          <p:nvPr>
            <p:ph type="body" sz="quarter" idx="3"/>
          </p:nvPr>
        </p:nvSpPr>
        <p:spPr>
          <a:xfrm>
            <a:off x="673577" y="4686499"/>
            <a:ext cx="5388610" cy="4439841"/>
          </a:xfrm>
          <a:prstGeom prst="rect">
            <a:avLst/>
          </a:prstGeom>
        </p:spPr>
        <p:txBody>
          <a:bodyPr vert="horz" lIns="94857" tIns="47429" rIns="94857" bIns="47429" rtlCol="0">
            <a:norm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endParaRPr lang="en-US" noProof="0" dirty="0"/>
          </a:p>
        </p:txBody>
      </p:sp>
      <p:sp>
        <p:nvSpPr>
          <p:cNvPr id="6" name="Footer Placeholder 5"/>
          <p:cNvSpPr>
            <a:spLocks noGrp="1"/>
          </p:cNvSpPr>
          <p:nvPr>
            <p:ph type="ftr" sz="quarter" idx="4"/>
          </p:nvPr>
        </p:nvSpPr>
        <p:spPr>
          <a:xfrm>
            <a:off x="0" y="9371285"/>
            <a:ext cx="2918831" cy="493316"/>
          </a:xfrm>
          <a:prstGeom prst="rect">
            <a:avLst/>
          </a:prstGeom>
        </p:spPr>
        <p:txBody>
          <a:bodyPr vert="horz" lIns="94857" tIns="47429" rIns="94857" bIns="47429" rtlCol="0" anchor="b"/>
          <a:lstStyle>
            <a:lvl1pPr algn="l">
              <a:defRPr sz="1300" smtClean="0"/>
            </a:lvl1pPr>
          </a:lstStyle>
          <a:p>
            <a:pPr>
              <a:defRPr/>
            </a:pPr>
            <a:endParaRPr lang="en-US"/>
          </a:p>
        </p:txBody>
      </p:sp>
      <p:sp>
        <p:nvSpPr>
          <p:cNvPr id="7" name="Slide Number Placeholder 6"/>
          <p:cNvSpPr>
            <a:spLocks noGrp="1"/>
          </p:cNvSpPr>
          <p:nvPr>
            <p:ph type="sldNum" sz="quarter" idx="5"/>
          </p:nvPr>
        </p:nvSpPr>
        <p:spPr>
          <a:xfrm>
            <a:off x="3815373" y="9371285"/>
            <a:ext cx="2918831" cy="493316"/>
          </a:xfrm>
          <a:prstGeom prst="rect">
            <a:avLst/>
          </a:prstGeom>
        </p:spPr>
        <p:txBody>
          <a:bodyPr vert="horz" lIns="94857" tIns="47429" rIns="94857" bIns="47429" rtlCol="0" anchor="b"/>
          <a:lstStyle>
            <a:lvl1pPr algn="r">
              <a:defRPr sz="13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765917472"/>
      </p:ext>
    </p:extLst>
  </p:cSld>
  <p:clrMap bg1="lt1" tx1="dk1" bg2="lt2" tx2="dk2" accent1="accent1" accent2="accent2" accent3="accent3" accent4="accent4" accent5="accent5" accent6="accent6" hlink="hlink" folHlink="folHlink"/>
  <p:hf ftr="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a:t>
            </a:fld>
            <a:endParaRPr lang="en-US"/>
          </a:p>
        </p:txBody>
      </p:sp>
      <p:sp>
        <p:nvSpPr>
          <p:cNvPr id="5" name="Date Placeholder 4"/>
          <p:cNvSpPr>
            <a:spLocks noGrp="1"/>
          </p:cNvSpPr>
          <p:nvPr>
            <p:ph type="dt" idx="11"/>
          </p:nvPr>
        </p:nvSpPr>
        <p:spPr/>
        <p:txBody>
          <a:bodyPr/>
          <a:lstStyle/>
          <a:p>
            <a:pPr>
              <a:defRPr/>
            </a:pPr>
            <a:fld id="{3E95A37E-8421-4E20-AE08-3C60938F1B42}"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047316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a:t>
            </a:fld>
            <a:endParaRPr lang="en-US"/>
          </a:p>
        </p:txBody>
      </p:sp>
      <p:sp>
        <p:nvSpPr>
          <p:cNvPr id="5" name="Date Placeholder 4"/>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991783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E15AE-367B-31A9-C43C-7E0889B8B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DF884-17E3-671F-F30B-9FD6FE26955B}"/>
              </a:ext>
            </a:extLst>
          </p:cNvPr>
          <p:cNvSpPr>
            <a:spLocks noGrp="1" noRot="1" noChangeAspect="1"/>
          </p:cNvSpPr>
          <p:nvPr>
            <p:ph type="sldImg"/>
          </p:nvPr>
        </p:nvSpPr>
        <p:spPr>
          <a:xfrm>
            <a:off x="79375" y="739775"/>
            <a:ext cx="6577013" cy="3700463"/>
          </a:xfrm>
        </p:spPr>
      </p:sp>
      <p:sp>
        <p:nvSpPr>
          <p:cNvPr id="3" name="Notes Placeholder 2">
            <a:extLst>
              <a:ext uri="{FF2B5EF4-FFF2-40B4-BE49-F238E27FC236}">
                <a16:creationId xmlns:a16="http://schemas.microsoft.com/office/drawing/2014/main" id="{708B1DF0-5B69-080C-5A30-4B52E6F4BF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DA9ECF-9636-6556-75BC-9055CFE45A2A}"/>
              </a:ext>
            </a:extLst>
          </p:cNvPr>
          <p:cNvSpPr>
            <a:spLocks noGrp="1"/>
          </p:cNvSpPr>
          <p:nvPr>
            <p:ph type="sldNum" sz="quarter" idx="10"/>
          </p:nvPr>
        </p:nvSpPr>
        <p:spPr/>
        <p:txBody>
          <a:bodyPr/>
          <a:lstStyle/>
          <a:p>
            <a:pPr>
              <a:defRPr/>
            </a:pPr>
            <a:fld id="{460DBBD1-181E-744E-89E7-45F0EE4D9123}" type="slidenum">
              <a:rPr lang="en-US" smtClean="0"/>
              <a:pPr>
                <a:defRPr/>
              </a:pPr>
              <a:t>3</a:t>
            </a:fld>
            <a:endParaRPr lang="en-US"/>
          </a:p>
        </p:txBody>
      </p:sp>
      <p:sp>
        <p:nvSpPr>
          <p:cNvPr id="5" name="Date Placeholder 4">
            <a:extLst>
              <a:ext uri="{FF2B5EF4-FFF2-40B4-BE49-F238E27FC236}">
                <a16:creationId xmlns:a16="http://schemas.microsoft.com/office/drawing/2014/main" id="{A2B6ED5B-84FB-B42E-37DF-44F07824741C}"/>
              </a:ext>
            </a:extLst>
          </p:cNvPr>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a:extLst>
              <a:ext uri="{FF2B5EF4-FFF2-40B4-BE49-F238E27FC236}">
                <a16:creationId xmlns:a16="http://schemas.microsoft.com/office/drawing/2014/main" id="{D9CEAC60-F55C-34DE-0099-9B13DFB42EF7}"/>
              </a:ext>
            </a:extLst>
          </p:cNvPr>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880698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4</a:t>
            </a:fld>
            <a:endParaRPr lang="en-US"/>
          </a:p>
        </p:txBody>
      </p:sp>
      <p:sp>
        <p:nvSpPr>
          <p:cNvPr id="5" name="Date Placeholder 4"/>
          <p:cNvSpPr>
            <a:spLocks noGrp="1"/>
          </p:cNvSpPr>
          <p:nvPr>
            <p:ph type="dt" idx="11"/>
          </p:nvPr>
        </p:nvSpPr>
        <p:spPr/>
        <p:txBody>
          <a:bodyPr/>
          <a:lstStyle/>
          <a:p>
            <a:pPr>
              <a:defRPr/>
            </a:pPr>
            <a:fld id="{EEBD81CA-0AB1-40C0-B0D1-9CA05CE3028E}"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205335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Autofit/>
          </a:bodyPr>
          <a:lstStyle/>
          <a:p>
            <a:endParaRPr lang="vi-VN"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6</a:t>
            </a:fld>
            <a:endParaRPr lang="en-US"/>
          </a:p>
        </p:txBody>
      </p:sp>
      <p:sp>
        <p:nvSpPr>
          <p:cNvPr id="5" name="Date Placeholder 4"/>
          <p:cNvSpPr>
            <a:spLocks noGrp="1"/>
          </p:cNvSpPr>
          <p:nvPr>
            <p:ph type="dt" idx="11"/>
          </p:nvPr>
        </p:nvSpPr>
        <p:spPr/>
        <p:txBody>
          <a:bodyPr/>
          <a:lstStyle/>
          <a:p>
            <a:pPr>
              <a:defRPr/>
            </a:pPr>
            <a:fld id="{F51AC6C1-1B6A-46C1-ADCC-64701772B90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261066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7</a:t>
            </a:fld>
            <a:endParaRPr lang="en-US"/>
          </a:p>
        </p:txBody>
      </p:sp>
      <p:sp>
        <p:nvSpPr>
          <p:cNvPr id="5" name="Date Placeholder 4"/>
          <p:cNvSpPr>
            <a:spLocks noGrp="1"/>
          </p:cNvSpPr>
          <p:nvPr>
            <p:ph type="dt" idx="11"/>
          </p:nvPr>
        </p:nvSpPr>
        <p:spPr/>
        <p:txBody>
          <a:bodyPr/>
          <a:lstStyle/>
          <a:p>
            <a:pPr>
              <a:defRPr/>
            </a:pPr>
            <a:fld id="{B07E5B5B-08F1-4590-8BC7-80AE6AE30946}"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305214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A12F8-D403-D8F8-C421-F56F52A39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5D703-A46F-BAF0-1FA8-D25AAC6EC997}"/>
              </a:ext>
            </a:extLst>
          </p:cNvPr>
          <p:cNvSpPr>
            <a:spLocks noGrp="1" noRot="1" noChangeAspect="1"/>
          </p:cNvSpPr>
          <p:nvPr>
            <p:ph type="sldImg"/>
          </p:nvPr>
        </p:nvSpPr>
        <p:spPr>
          <a:xfrm>
            <a:off x="79375" y="739775"/>
            <a:ext cx="6577013" cy="3700463"/>
          </a:xfrm>
        </p:spPr>
      </p:sp>
      <p:sp>
        <p:nvSpPr>
          <p:cNvPr id="3" name="Notes Placeholder 2">
            <a:extLst>
              <a:ext uri="{FF2B5EF4-FFF2-40B4-BE49-F238E27FC236}">
                <a16:creationId xmlns:a16="http://schemas.microsoft.com/office/drawing/2014/main" id="{DC3BA5B9-1705-C195-954E-5447C3B95B27}"/>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05666F09-790B-3800-C8FA-DD45F9CB765D}"/>
              </a:ext>
            </a:extLst>
          </p:cNvPr>
          <p:cNvSpPr>
            <a:spLocks noGrp="1"/>
          </p:cNvSpPr>
          <p:nvPr>
            <p:ph type="sldNum" sz="quarter" idx="10"/>
          </p:nvPr>
        </p:nvSpPr>
        <p:spPr/>
        <p:txBody>
          <a:bodyPr/>
          <a:lstStyle/>
          <a:p>
            <a:pPr>
              <a:defRPr/>
            </a:pPr>
            <a:fld id="{460DBBD1-181E-744E-89E7-45F0EE4D9123}" type="slidenum">
              <a:rPr lang="en-US" smtClean="0"/>
              <a:pPr>
                <a:defRPr/>
              </a:pPr>
              <a:t>8</a:t>
            </a:fld>
            <a:endParaRPr lang="en-US"/>
          </a:p>
        </p:txBody>
      </p:sp>
      <p:sp>
        <p:nvSpPr>
          <p:cNvPr id="5" name="Date Placeholder 4">
            <a:extLst>
              <a:ext uri="{FF2B5EF4-FFF2-40B4-BE49-F238E27FC236}">
                <a16:creationId xmlns:a16="http://schemas.microsoft.com/office/drawing/2014/main" id="{D652FFD1-ECE6-5B7D-9D6A-AF2997F6A508}"/>
              </a:ext>
            </a:extLst>
          </p:cNvPr>
          <p:cNvSpPr>
            <a:spLocks noGrp="1"/>
          </p:cNvSpPr>
          <p:nvPr>
            <p:ph type="dt" idx="11"/>
          </p:nvPr>
        </p:nvSpPr>
        <p:spPr/>
        <p:txBody>
          <a:bodyPr/>
          <a:lstStyle/>
          <a:p>
            <a:pPr>
              <a:defRPr/>
            </a:pPr>
            <a:fld id="{B07E5B5B-08F1-4590-8BC7-80AE6AE30946}" type="datetime1">
              <a:rPr lang="en-US" smtClean="0"/>
              <a:t>9/10/26</a:t>
            </a:fld>
            <a:endParaRPr lang="en-US"/>
          </a:p>
        </p:txBody>
      </p:sp>
      <p:sp>
        <p:nvSpPr>
          <p:cNvPr id="6" name="Header Placeholder 5">
            <a:extLst>
              <a:ext uri="{FF2B5EF4-FFF2-40B4-BE49-F238E27FC236}">
                <a16:creationId xmlns:a16="http://schemas.microsoft.com/office/drawing/2014/main" id="{7D156F97-49A2-7F97-C553-6956F1715095}"/>
              </a:ext>
            </a:extLst>
          </p:cNvPr>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493294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BA3B5-869C-4C33-708C-4C9F65F71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621C1-B33F-6CA9-D790-B4CEB87EC163}"/>
              </a:ext>
            </a:extLst>
          </p:cNvPr>
          <p:cNvSpPr>
            <a:spLocks noGrp="1" noRot="1" noChangeAspect="1"/>
          </p:cNvSpPr>
          <p:nvPr>
            <p:ph type="sldImg"/>
          </p:nvPr>
        </p:nvSpPr>
        <p:spPr>
          <a:xfrm>
            <a:off x="79375" y="739775"/>
            <a:ext cx="6577013" cy="3700463"/>
          </a:xfrm>
        </p:spPr>
      </p:sp>
      <p:sp>
        <p:nvSpPr>
          <p:cNvPr id="3" name="Notes Placeholder 2">
            <a:extLst>
              <a:ext uri="{FF2B5EF4-FFF2-40B4-BE49-F238E27FC236}">
                <a16:creationId xmlns:a16="http://schemas.microsoft.com/office/drawing/2014/main" id="{E18B449A-9A8C-DA27-DD71-2B0BB62314C0}"/>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3E36379-39FB-5AAC-2935-2DA31EB022CA}"/>
              </a:ext>
            </a:extLst>
          </p:cNvPr>
          <p:cNvSpPr>
            <a:spLocks noGrp="1"/>
          </p:cNvSpPr>
          <p:nvPr>
            <p:ph type="sldNum" sz="quarter" idx="10"/>
          </p:nvPr>
        </p:nvSpPr>
        <p:spPr/>
        <p:txBody>
          <a:bodyPr/>
          <a:lstStyle/>
          <a:p>
            <a:pPr>
              <a:defRPr/>
            </a:pPr>
            <a:fld id="{460DBBD1-181E-744E-89E7-45F0EE4D9123}" type="slidenum">
              <a:rPr lang="en-US" smtClean="0"/>
              <a:pPr>
                <a:defRPr/>
              </a:pPr>
              <a:t>9</a:t>
            </a:fld>
            <a:endParaRPr lang="en-US"/>
          </a:p>
        </p:txBody>
      </p:sp>
      <p:sp>
        <p:nvSpPr>
          <p:cNvPr id="5" name="Date Placeholder 4">
            <a:extLst>
              <a:ext uri="{FF2B5EF4-FFF2-40B4-BE49-F238E27FC236}">
                <a16:creationId xmlns:a16="http://schemas.microsoft.com/office/drawing/2014/main" id="{B25C31F5-0AE9-36EC-4E53-B58E4654740D}"/>
              </a:ext>
            </a:extLst>
          </p:cNvPr>
          <p:cNvSpPr>
            <a:spLocks noGrp="1"/>
          </p:cNvSpPr>
          <p:nvPr>
            <p:ph type="dt" idx="11"/>
          </p:nvPr>
        </p:nvSpPr>
        <p:spPr/>
        <p:txBody>
          <a:bodyPr/>
          <a:lstStyle/>
          <a:p>
            <a:pPr>
              <a:defRPr/>
            </a:pPr>
            <a:fld id="{B07E5B5B-08F1-4590-8BC7-80AE6AE30946}" type="datetime1">
              <a:rPr lang="en-US" smtClean="0"/>
              <a:t>9/10/26</a:t>
            </a:fld>
            <a:endParaRPr lang="en-US"/>
          </a:p>
        </p:txBody>
      </p:sp>
      <p:sp>
        <p:nvSpPr>
          <p:cNvPr id="6" name="Header Placeholder 5">
            <a:extLst>
              <a:ext uri="{FF2B5EF4-FFF2-40B4-BE49-F238E27FC236}">
                <a16:creationId xmlns:a16="http://schemas.microsoft.com/office/drawing/2014/main" id="{D7488AC8-9D38-283C-2EA6-1927801734D3}"/>
              </a:ext>
            </a:extLst>
          </p:cNvPr>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518756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pPr marL="0" marR="0" indent="0" algn="l" defTabSz="4572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10</a:t>
            </a:fld>
            <a:endParaRPr lang="en-US"/>
          </a:p>
        </p:txBody>
      </p:sp>
      <p:sp>
        <p:nvSpPr>
          <p:cNvPr id="5" name="Date Placeholder 4"/>
          <p:cNvSpPr>
            <a:spLocks noGrp="1"/>
          </p:cNvSpPr>
          <p:nvPr>
            <p:ph type="dt" idx="11"/>
          </p:nvPr>
        </p:nvSpPr>
        <p:spPr/>
        <p:txBody>
          <a:bodyPr/>
          <a:lstStyle/>
          <a:p>
            <a:pPr>
              <a:defRPr/>
            </a:pPr>
            <a:fld id="{3FB4D847-7C5B-47EF-82F8-D3359D0AE1C4}"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774784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endParaRPr lang="vi-VN"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11</a:t>
            </a:fld>
            <a:endParaRPr lang="en-US"/>
          </a:p>
        </p:txBody>
      </p:sp>
      <p:sp>
        <p:nvSpPr>
          <p:cNvPr id="5" name="Date Placeholder 4"/>
          <p:cNvSpPr>
            <a:spLocks noGrp="1"/>
          </p:cNvSpPr>
          <p:nvPr>
            <p:ph type="dt" idx="11"/>
          </p:nvPr>
        </p:nvSpPr>
        <p:spPr/>
        <p:txBody>
          <a:bodyPr/>
          <a:lstStyle/>
          <a:p>
            <a:pPr>
              <a:defRPr/>
            </a:pPr>
            <a:fld id="{335771FD-7696-4E60-9357-DE1A9C4461E9}"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138405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fontScale="70000" lnSpcReduction="20000"/>
          </a:bodyPr>
          <a:lstStyle/>
          <a:p>
            <a:endParaRPr lang="vi-VN"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12</a:t>
            </a:fld>
            <a:endParaRPr lang="en-US"/>
          </a:p>
        </p:txBody>
      </p:sp>
      <p:sp>
        <p:nvSpPr>
          <p:cNvPr id="5" name="Date Placeholder 4"/>
          <p:cNvSpPr>
            <a:spLocks noGrp="1"/>
          </p:cNvSpPr>
          <p:nvPr>
            <p:ph type="dt" idx="11"/>
          </p:nvPr>
        </p:nvSpPr>
        <p:spPr/>
        <p:txBody>
          <a:bodyPr/>
          <a:lstStyle/>
          <a:p>
            <a:pPr>
              <a:defRPr/>
            </a:pPr>
            <a:fld id="{0E973E33-FACE-46E2-86C2-9ABA47BF1BF1}"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718099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14</a:t>
            </a:fld>
            <a:endParaRPr lang="en-US"/>
          </a:p>
        </p:txBody>
      </p:sp>
      <p:sp>
        <p:nvSpPr>
          <p:cNvPr id="5" name="Date Placeholder 4"/>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838847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E369-5547-47EA-7D2D-4E47488D4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4C519-0EDF-85D7-0738-9379ABC860A1}"/>
              </a:ext>
            </a:extLst>
          </p:cNvPr>
          <p:cNvSpPr>
            <a:spLocks noGrp="1" noRot="1" noChangeAspect="1"/>
          </p:cNvSpPr>
          <p:nvPr>
            <p:ph type="sldImg"/>
          </p:nvPr>
        </p:nvSpPr>
        <p:spPr>
          <a:xfrm>
            <a:off x="79375" y="739775"/>
            <a:ext cx="6577013" cy="3700463"/>
          </a:xfrm>
        </p:spPr>
      </p:sp>
      <p:sp>
        <p:nvSpPr>
          <p:cNvPr id="3" name="Notes Placeholder 2">
            <a:extLst>
              <a:ext uri="{FF2B5EF4-FFF2-40B4-BE49-F238E27FC236}">
                <a16:creationId xmlns:a16="http://schemas.microsoft.com/office/drawing/2014/main" id="{83CE090A-B4E6-33AC-6827-D8B45DAF9C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680853-29B4-B32F-5A11-800CDB94EFBE}"/>
              </a:ext>
            </a:extLst>
          </p:cNvPr>
          <p:cNvSpPr>
            <a:spLocks noGrp="1"/>
          </p:cNvSpPr>
          <p:nvPr>
            <p:ph type="sldNum" sz="quarter" idx="10"/>
          </p:nvPr>
        </p:nvSpPr>
        <p:spPr/>
        <p:txBody>
          <a:bodyPr/>
          <a:lstStyle/>
          <a:p>
            <a:pPr>
              <a:defRPr/>
            </a:pPr>
            <a:fld id="{460DBBD1-181E-744E-89E7-45F0EE4D9123}" type="slidenum">
              <a:rPr lang="en-US" smtClean="0"/>
              <a:pPr>
                <a:defRPr/>
              </a:pPr>
              <a:t>15</a:t>
            </a:fld>
            <a:endParaRPr lang="en-US"/>
          </a:p>
        </p:txBody>
      </p:sp>
      <p:sp>
        <p:nvSpPr>
          <p:cNvPr id="5" name="Date Placeholder 4">
            <a:extLst>
              <a:ext uri="{FF2B5EF4-FFF2-40B4-BE49-F238E27FC236}">
                <a16:creationId xmlns:a16="http://schemas.microsoft.com/office/drawing/2014/main" id="{0CE1FAE5-37FC-4EB3-352C-34314A703667}"/>
              </a:ext>
            </a:extLst>
          </p:cNvPr>
          <p:cNvSpPr>
            <a:spLocks noGrp="1"/>
          </p:cNvSpPr>
          <p:nvPr>
            <p:ph type="dt" idx="11"/>
          </p:nvPr>
        </p:nvSpPr>
        <p:spPr/>
        <p:txBody>
          <a:bodyPr/>
          <a:lstStyle/>
          <a:p>
            <a:pPr>
              <a:defRPr/>
            </a:pPr>
            <a:fld id="{EEBD81CA-0AB1-40C0-B0D1-9CA05CE3028E}" type="datetime1">
              <a:rPr lang="en-US" smtClean="0"/>
              <a:t>9/10/26</a:t>
            </a:fld>
            <a:endParaRPr lang="en-US"/>
          </a:p>
        </p:txBody>
      </p:sp>
      <p:sp>
        <p:nvSpPr>
          <p:cNvPr id="6" name="Header Placeholder 5">
            <a:extLst>
              <a:ext uri="{FF2B5EF4-FFF2-40B4-BE49-F238E27FC236}">
                <a16:creationId xmlns:a16="http://schemas.microsoft.com/office/drawing/2014/main" id="{59488800-2986-8411-ABD9-7C3FD67A5875}"/>
              </a:ext>
            </a:extLst>
          </p:cNvPr>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4426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lnSpcReduction="10000"/>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16</a:t>
            </a:fld>
            <a:endParaRPr lang="en-US"/>
          </a:p>
        </p:txBody>
      </p:sp>
      <p:sp>
        <p:nvSpPr>
          <p:cNvPr id="5" name="Date Placeholder 4"/>
          <p:cNvSpPr>
            <a:spLocks noGrp="1"/>
          </p:cNvSpPr>
          <p:nvPr>
            <p:ph type="dt" idx="11"/>
          </p:nvPr>
        </p:nvSpPr>
        <p:spPr/>
        <p:txBody>
          <a:bodyPr/>
          <a:lstStyle/>
          <a:p>
            <a:pPr>
              <a:defRPr/>
            </a:pPr>
            <a:fld id="{6D67C983-AE6F-4E1E-BC22-C600BB1FB1E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301717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18</a:t>
            </a:fld>
            <a:endParaRPr lang="en-US"/>
          </a:p>
        </p:txBody>
      </p:sp>
      <p:sp>
        <p:nvSpPr>
          <p:cNvPr id="5" name="Date Placeholder 4"/>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663972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19</a:t>
            </a:fld>
            <a:endParaRPr lang="en-US"/>
          </a:p>
        </p:txBody>
      </p:sp>
      <p:sp>
        <p:nvSpPr>
          <p:cNvPr id="5" name="Date Placeholder 4"/>
          <p:cNvSpPr>
            <a:spLocks noGrp="1"/>
          </p:cNvSpPr>
          <p:nvPr>
            <p:ph type="dt" idx="11"/>
          </p:nvPr>
        </p:nvSpPr>
        <p:spPr/>
        <p:txBody>
          <a:bodyPr/>
          <a:lstStyle/>
          <a:p>
            <a:pPr>
              <a:defRPr/>
            </a:pPr>
            <a:fld id="{3CD34CD6-1878-4365-88EC-2EB2FA73A8FB}"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187255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endParaRPr lang="vi-VN"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20</a:t>
            </a:fld>
            <a:endParaRPr lang="en-US"/>
          </a:p>
        </p:txBody>
      </p:sp>
      <p:sp>
        <p:nvSpPr>
          <p:cNvPr id="5" name="Date Placeholder 4"/>
          <p:cNvSpPr>
            <a:spLocks noGrp="1"/>
          </p:cNvSpPr>
          <p:nvPr>
            <p:ph type="dt" idx="11"/>
          </p:nvPr>
        </p:nvSpPr>
        <p:spPr/>
        <p:txBody>
          <a:bodyPr/>
          <a:lstStyle/>
          <a:p>
            <a:pPr>
              <a:defRPr/>
            </a:pPr>
            <a:fld id="{E6C58D53-ADE6-46F5-A025-2714EF6DEBDD}"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509814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endParaRPr lang="en-US" i="0"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21</a:t>
            </a:fld>
            <a:endParaRPr lang="en-US"/>
          </a:p>
        </p:txBody>
      </p:sp>
      <p:sp>
        <p:nvSpPr>
          <p:cNvPr id="5" name="Date Placeholder 4"/>
          <p:cNvSpPr>
            <a:spLocks noGrp="1"/>
          </p:cNvSpPr>
          <p:nvPr>
            <p:ph type="dt" idx="11"/>
          </p:nvPr>
        </p:nvSpPr>
        <p:spPr/>
        <p:txBody>
          <a:bodyPr/>
          <a:lstStyle/>
          <a:p>
            <a:pPr>
              <a:defRPr/>
            </a:pPr>
            <a:fld id="{2900C54A-A715-42C5-9CE6-071D4B2D25CE}"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454510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22</a:t>
            </a:fld>
            <a:endParaRPr lang="en-US"/>
          </a:p>
        </p:txBody>
      </p:sp>
      <p:sp>
        <p:nvSpPr>
          <p:cNvPr id="5" name="Date Placeholder 4"/>
          <p:cNvSpPr>
            <a:spLocks noGrp="1"/>
          </p:cNvSpPr>
          <p:nvPr>
            <p:ph type="dt" idx="11"/>
          </p:nvPr>
        </p:nvSpPr>
        <p:spPr/>
        <p:txBody>
          <a:bodyPr/>
          <a:lstStyle/>
          <a:p>
            <a:pPr>
              <a:defRPr/>
            </a:pPr>
            <a:fld id="{2BEF30AA-A1D6-4F10-91D6-8C44FC2D1735}"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813574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fontScale="92500" lnSpcReduction="20000"/>
          </a:bodyPr>
          <a:lstStyle/>
          <a:p>
            <a:pPr marL="0" lvl="0" indent="0">
              <a:lnSpc>
                <a:spcPct val="90000"/>
              </a:lnSpc>
              <a:buFont typeface="Arial" charset="0"/>
              <a:buNone/>
            </a:pPr>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23</a:t>
            </a:fld>
            <a:endParaRPr lang="en-US"/>
          </a:p>
        </p:txBody>
      </p:sp>
      <p:sp>
        <p:nvSpPr>
          <p:cNvPr id="5" name="Date Placeholder 4"/>
          <p:cNvSpPr>
            <a:spLocks noGrp="1"/>
          </p:cNvSpPr>
          <p:nvPr>
            <p:ph type="dt" idx="11"/>
          </p:nvPr>
        </p:nvSpPr>
        <p:spPr/>
        <p:txBody>
          <a:bodyPr/>
          <a:lstStyle/>
          <a:p>
            <a:pPr>
              <a:defRPr/>
            </a:pPr>
            <a:fld id="{C5A6904F-EEF2-4DDD-9882-1022486B2338}"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281640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24</a:t>
            </a:fld>
            <a:endParaRPr lang="en-US"/>
          </a:p>
        </p:txBody>
      </p:sp>
      <p:sp>
        <p:nvSpPr>
          <p:cNvPr id="5" name="Date Placeholder 4"/>
          <p:cNvSpPr>
            <a:spLocks noGrp="1"/>
          </p:cNvSpPr>
          <p:nvPr>
            <p:ph type="dt" idx="11"/>
          </p:nvPr>
        </p:nvSpPr>
        <p:spPr/>
        <p:txBody>
          <a:bodyPr/>
          <a:lstStyle/>
          <a:p>
            <a:pPr>
              <a:defRPr/>
            </a:pPr>
            <a:fld id="{1DB503D7-2B67-4C42-8120-072351B7B7A6}"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4159007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25</a:t>
            </a:fld>
            <a:endParaRPr lang="en-US"/>
          </a:p>
        </p:txBody>
      </p:sp>
      <p:sp>
        <p:nvSpPr>
          <p:cNvPr id="5" name="Date Placeholder 4"/>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4494398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26</a:t>
            </a:fld>
            <a:endParaRPr lang="en-US"/>
          </a:p>
        </p:txBody>
      </p:sp>
      <p:sp>
        <p:nvSpPr>
          <p:cNvPr id="5" name="Date Placeholder 4"/>
          <p:cNvSpPr>
            <a:spLocks noGrp="1"/>
          </p:cNvSpPr>
          <p:nvPr>
            <p:ph type="dt" idx="11"/>
          </p:nvPr>
        </p:nvSpPr>
        <p:spPr/>
        <p:txBody>
          <a:bodyPr/>
          <a:lstStyle/>
          <a:p>
            <a:pPr>
              <a:defRPr/>
            </a:pPr>
            <a:fld id="{F2807BCA-FE0B-4EFE-9C39-93FE3E983A13}"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855269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27</a:t>
            </a:fld>
            <a:endParaRPr lang="en-US"/>
          </a:p>
        </p:txBody>
      </p:sp>
      <p:sp>
        <p:nvSpPr>
          <p:cNvPr id="5" name="Date Placeholder 4"/>
          <p:cNvSpPr>
            <a:spLocks noGrp="1"/>
          </p:cNvSpPr>
          <p:nvPr>
            <p:ph type="dt" idx="11"/>
          </p:nvPr>
        </p:nvSpPr>
        <p:spPr/>
        <p:txBody>
          <a:bodyPr/>
          <a:lstStyle/>
          <a:p>
            <a:pPr>
              <a:defRPr/>
            </a:pPr>
            <a:fld id="{34DEB064-C1D3-4045-BD4E-601CC9C3B169}"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967182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28</a:t>
            </a:fld>
            <a:endParaRPr lang="en-US"/>
          </a:p>
        </p:txBody>
      </p:sp>
      <p:sp>
        <p:nvSpPr>
          <p:cNvPr id="5" name="Date Placeholder 4"/>
          <p:cNvSpPr>
            <a:spLocks noGrp="1"/>
          </p:cNvSpPr>
          <p:nvPr>
            <p:ph type="dt" idx="11"/>
          </p:nvPr>
        </p:nvSpPr>
        <p:spPr/>
        <p:txBody>
          <a:bodyPr/>
          <a:lstStyle/>
          <a:p>
            <a:pPr>
              <a:defRPr/>
            </a:pPr>
            <a:fld id="{CEE70176-614F-4FFB-A355-17943EFBFEA6}"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094571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29</a:t>
            </a:fld>
            <a:endParaRPr lang="en-US"/>
          </a:p>
        </p:txBody>
      </p:sp>
      <p:sp>
        <p:nvSpPr>
          <p:cNvPr id="5" name="Date Placeholder 4"/>
          <p:cNvSpPr>
            <a:spLocks noGrp="1"/>
          </p:cNvSpPr>
          <p:nvPr>
            <p:ph type="dt" idx="11"/>
          </p:nvPr>
        </p:nvSpPr>
        <p:spPr/>
        <p:txBody>
          <a:bodyPr/>
          <a:lstStyle/>
          <a:p>
            <a:pPr>
              <a:defRPr/>
            </a:pPr>
            <a:fld id="{CEE70176-614F-4FFB-A355-17943EFBFEA6}"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577451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30</a:t>
            </a:fld>
            <a:endParaRPr lang="en-US"/>
          </a:p>
        </p:txBody>
      </p:sp>
      <p:sp>
        <p:nvSpPr>
          <p:cNvPr id="5" name="Date Placeholder 4"/>
          <p:cNvSpPr>
            <a:spLocks noGrp="1"/>
          </p:cNvSpPr>
          <p:nvPr>
            <p:ph type="dt" idx="11"/>
          </p:nvPr>
        </p:nvSpPr>
        <p:spPr/>
        <p:txBody>
          <a:bodyPr/>
          <a:lstStyle/>
          <a:p>
            <a:pPr>
              <a:defRPr/>
            </a:pPr>
            <a:fld id="{CEE70176-614F-4FFB-A355-17943EFBFEA6}"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571113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31</a:t>
            </a:fld>
            <a:endParaRPr lang="en-US"/>
          </a:p>
        </p:txBody>
      </p:sp>
      <p:sp>
        <p:nvSpPr>
          <p:cNvPr id="5" name="Date Placeholder 4"/>
          <p:cNvSpPr>
            <a:spLocks noGrp="1"/>
          </p:cNvSpPr>
          <p:nvPr>
            <p:ph type="dt" idx="11"/>
          </p:nvPr>
        </p:nvSpPr>
        <p:spPr/>
        <p:txBody>
          <a:bodyPr/>
          <a:lstStyle/>
          <a:p>
            <a:pPr>
              <a:defRPr/>
            </a:pPr>
            <a:fld id="{266A36E8-C1CD-4D7E-A487-C8E67C7C4400}"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748916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33</a:t>
            </a:fld>
            <a:endParaRPr lang="en-US"/>
          </a:p>
        </p:txBody>
      </p:sp>
      <p:sp>
        <p:nvSpPr>
          <p:cNvPr id="5" name="Date Placeholder 4"/>
          <p:cNvSpPr>
            <a:spLocks noGrp="1"/>
          </p:cNvSpPr>
          <p:nvPr>
            <p:ph type="dt" idx="11"/>
          </p:nvPr>
        </p:nvSpPr>
        <p:spPr/>
        <p:txBody>
          <a:bodyPr/>
          <a:lstStyle/>
          <a:p>
            <a:pPr>
              <a:defRPr/>
            </a:pPr>
            <a:fld id="{E7E3FDA3-7191-466F-8BDF-BD38AF60E8E7}"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21444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F5537-E565-AE19-7AEE-95B12BE5C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335C4-FDB3-8293-8BCE-D4A76B3C5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48ACB-DD76-F8D3-8670-F172331F23C9}"/>
              </a:ext>
            </a:extLst>
          </p:cNvPr>
          <p:cNvSpPr>
            <a:spLocks noGrp="1"/>
          </p:cNvSpPr>
          <p:nvPr>
            <p:ph type="body" idx="1"/>
          </p:nvPr>
        </p:nvSpPr>
        <p:spPr/>
        <p:txBody>
          <a:bodyPr>
            <a:normAutofit/>
          </a:bodyPr>
          <a:lstStyle/>
          <a:p>
            <a:pPr marL="0" lvl="0" indent="0" algn="l" rtl="0">
              <a:lnSpc>
                <a:spcPct val="100000"/>
              </a:lnSpc>
              <a:spcBef>
                <a:spcPts val="0"/>
              </a:spcBef>
              <a:spcAft>
                <a:spcPts val="0"/>
              </a:spcAft>
              <a:buSzPts val="1100"/>
              <a:buNone/>
            </a:pPr>
            <a:endParaRPr lang="vi-VN" sz="1200" b="0" i="0" u="none" strike="noStrike" dirty="0">
              <a:solidFill>
                <a:srgbClr val="000000"/>
              </a:solidFill>
              <a:effectLst/>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C67E6AE1-2373-D71B-4210-53D17DE50356}"/>
              </a:ext>
            </a:extLst>
          </p:cNvPr>
          <p:cNvSpPr>
            <a:spLocks noGrp="1"/>
          </p:cNvSpPr>
          <p:nvPr>
            <p:ph type="sldNum" sz="quarter" idx="10"/>
          </p:nvPr>
        </p:nvSpPr>
        <p:spPr/>
        <p:txBody>
          <a:bodyPr/>
          <a:lstStyle/>
          <a:p>
            <a:pPr>
              <a:defRPr/>
            </a:pPr>
            <a:fld id="{DDB65A0D-0082-4417-9A10-CCF45A546FBF}" type="slidenum">
              <a:rPr lang="nb-NO" altLang="nb-NO" smtClean="0"/>
              <a:pPr>
                <a:defRPr/>
              </a:pPr>
              <a:t>34</a:t>
            </a:fld>
            <a:endParaRPr lang="nb-NO" altLang="nb-NO"/>
          </a:p>
        </p:txBody>
      </p:sp>
    </p:spTree>
    <p:extLst>
      <p:ext uri="{BB962C8B-B14F-4D97-AF65-F5344CB8AC3E}">
        <p14:creationId xmlns:p14="http://schemas.microsoft.com/office/powerpoint/2010/main" val="2605555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CC867-F96D-52BB-0A38-B5374AC63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A32D6-46DA-4A04-9F09-7E19B9AC8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37396-1C98-374D-F2B1-E145B174CC13}"/>
              </a:ext>
            </a:extLst>
          </p:cNvPr>
          <p:cNvSpPr>
            <a:spLocks noGrp="1"/>
          </p:cNvSpPr>
          <p:nvPr>
            <p:ph type="body" idx="1"/>
          </p:nvPr>
        </p:nvSpPr>
        <p:spPr/>
        <p:txBody>
          <a:bodyPr>
            <a:normAutofit/>
          </a:bodyPr>
          <a:lstStyle/>
          <a:p>
            <a:pPr marL="0" lvl="0" indent="0" algn="l" rtl="0">
              <a:lnSpc>
                <a:spcPct val="100000"/>
              </a:lnSpc>
              <a:spcBef>
                <a:spcPts val="0"/>
              </a:spcBef>
              <a:spcAft>
                <a:spcPts val="0"/>
              </a:spcAft>
              <a:buSzPts val="1100"/>
              <a:buNone/>
            </a:pPr>
            <a:endParaRPr lang="vi-VN" sz="1200" b="0" i="0" u="none" strike="noStrike" dirty="0">
              <a:solidFill>
                <a:srgbClr val="000000"/>
              </a:solidFill>
              <a:effectLst/>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54873303-646C-D048-ADF8-F71ADE171FF8}"/>
              </a:ext>
            </a:extLst>
          </p:cNvPr>
          <p:cNvSpPr>
            <a:spLocks noGrp="1"/>
          </p:cNvSpPr>
          <p:nvPr>
            <p:ph type="sldNum" sz="quarter" idx="10"/>
          </p:nvPr>
        </p:nvSpPr>
        <p:spPr/>
        <p:txBody>
          <a:bodyPr/>
          <a:lstStyle/>
          <a:p>
            <a:pPr>
              <a:defRPr/>
            </a:pPr>
            <a:fld id="{DDB65A0D-0082-4417-9A10-CCF45A546FBF}" type="slidenum">
              <a:rPr lang="nb-NO" altLang="nb-NO" smtClean="0"/>
              <a:pPr>
                <a:defRPr/>
              </a:pPr>
              <a:t>35</a:t>
            </a:fld>
            <a:endParaRPr lang="nb-NO" altLang="nb-NO"/>
          </a:p>
        </p:txBody>
      </p:sp>
    </p:spTree>
    <p:extLst>
      <p:ext uri="{BB962C8B-B14F-4D97-AF65-F5344CB8AC3E}">
        <p14:creationId xmlns:p14="http://schemas.microsoft.com/office/powerpoint/2010/main" val="22231141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Header Placeholder 3"/>
          <p:cNvSpPr>
            <a:spLocks noGrp="1"/>
          </p:cNvSpPr>
          <p:nvPr>
            <p:ph type="hdr" sz="quarter"/>
          </p:nvPr>
        </p:nvSpPr>
        <p:spPr/>
        <p:txBody>
          <a:bodyPr/>
          <a:lstStyle/>
          <a:p>
            <a:pPr>
              <a:defRPr/>
            </a:pPr>
            <a:r>
              <a:rPr lang="en-US"/>
              <a:t>Software Engineering - CO3001</a:t>
            </a:r>
          </a:p>
        </p:txBody>
      </p:sp>
      <p:sp>
        <p:nvSpPr>
          <p:cNvPr id="5" name="Date Placeholder 4"/>
          <p:cNvSpPr>
            <a:spLocks noGrp="1"/>
          </p:cNvSpPr>
          <p:nvPr>
            <p:ph type="dt" idx="1"/>
          </p:nvPr>
        </p:nvSpPr>
        <p:spPr/>
        <p:txBody>
          <a:bodyPr/>
          <a:lstStyle/>
          <a:p>
            <a:pPr>
              <a:defRPr/>
            </a:pPr>
            <a:fld id="{7E981EC2-6ED8-4204-A31D-5B7303DEF29A}" type="datetime1">
              <a:rPr lang="en-US" smtClean="0"/>
              <a:t>9/10/26</a:t>
            </a:fld>
            <a:endParaRPr lang="en-US"/>
          </a:p>
        </p:txBody>
      </p:sp>
      <p:sp>
        <p:nvSpPr>
          <p:cNvPr id="6" name="Slide Number Placeholder 5"/>
          <p:cNvSpPr>
            <a:spLocks noGrp="1"/>
          </p:cNvSpPr>
          <p:nvPr>
            <p:ph type="sldNum" sz="quarter" idx="5"/>
          </p:nvPr>
        </p:nvSpPr>
        <p:spPr/>
        <p:txBody>
          <a:bodyPr/>
          <a:lstStyle/>
          <a:p>
            <a:pPr>
              <a:defRPr/>
            </a:pPr>
            <a:fld id="{460DBBD1-181E-744E-89E7-45F0EE4D9123}" type="slidenum">
              <a:rPr lang="en-US" smtClean="0"/>
              <a:pPr>
                <a:defRPr/>
              </a:pPr>
              <a:t>36</a:t>
            </a:fld>
            <a:endParaRPr lang="en-US"/>
          </a:p>
        </p:txBody>
      </p:sp>
    </p:spTree>
    <p:extLst>
      <p:ext uri="{BB962C8B-B14F-4D97-AF65-F5344CB8AC3E}">
        <p14:creationId xmlns:p14="http://schemas.microsoft.com/office/powerpoint/2010/main" val="11218955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fontScale="85000" lnSpcReduction="10000"/>
          </a:bodyPr>
          <a:lstStyle/>
          <a:p>
            <a:endParaRPr lang="vi-VN"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F284ACDC-0B61-461A-9B43-AAC65A736466}" type="datetime1">
              <a:rPr lang="en-US" smtClean="0"/>
              <a:t>9/10/26</a:t>
            </a:fld>
            <a:endParaRPr lang="en-US"/>
          </a:p>
        </p:txBody>
      </p:sp>
      <p:sp>
        <p:nvSpPr>
          <p:cNvPr id="6" name="Slide Number Placeholder 5"/>
          <p:cNvSpPr>
            <a:spLocks noGrp="1"/>
          </p:cNvSpPr>
          <p:nvPr>
            <p:ph type="sldNum" sz="quarter" idx="12"/>
          </p:nvPr>
        </p:nvSpPr>
        <p:spPr/>
        <p:txBody>
          <a:bodyPr/>
          <a:lstStyle/>
          <a:p>
            <a:pPr>
              <a:defRPr/>
            </a:pPr>
            <a:fld id="{460DBBD1-181E-744E-89E7-45F0EE4D9123}" type="slidenum">
              <a:rPr lang="en-US" smtClean="0"/>
              <a:pPr>
                <a:defRPr/>
              </a:pPr>
              <a:t>39</a:t>
            </a:fld>
            <a:endParaRPr lang="en-US"/>
          </a:p>
        </p:txBody>
      </p:sp>
    </p:spTree>
    <p:extLst>
      <p:ext uri="{BB962C8B-B14F-4D97-AF65-F5344CB8AC3E}">
        <p14:creationId xmlns:p14="http://schemas.microsoft.com/office/powerpoint/2010/main" val="3131726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Header Placeholder 3"/>
          <p:cNvSpPr>
            <a:spLocks noGrp="1"/>
          </p:cNvSpPr>
          <p:nvPr>
            <p:ph type="hdr" sz="quarter"/>
          </p:nvPr>
        </p:nvSpPr>
        <p:spPr/>
        <p:txBody>
          <a:bodyPr/>
          <a:lstStyle/>
          <a:p>
            <a:pPr>
              <a:defRPr/>
            </a:pPr>
            <a:r>
              <a:rPr lang="en-US"/>
              <a:t>Software Engineering - CO3001</a:t>
            </a:r>
          </a:p>
        </p:txBody>
      </p:sp>
      <p:sp>
        <p:nvSpPr>
          <p:cNvPr id="5" name="Date Placeholder 4"/>
          <p:cNvSpPr>
            <a:spLocks noGrp="1"/>
          </p:cNvSpPr>
          <p:nvPr>
            <p:ph type="dt" idx="1"/>
          </p:nvPr>
        </p:nvSpPr>
        <p:spPr/>
        <p:txBody>
          <a:bodyPr/>
          <a:lstStyle/>
          <a:p>
            <a:pPr>
              <a:defRPr/>
            </a:pPr>
            <a:fld id="{7E981EC2-6ED8-4204-A31D-5B7303DEF29A}" type="datetime1">
              <a:rPr lang="en-US" smtClean="0"/>
              <a:t>9/10/26</a:t>
            </a:fld>
            <a:endParaRPr lang="en-US"/>
          </a:p>
        </p:txBody>
      </p:sp>
      <p:sp>
        <p:nvSpPr>
          <p:cNvPr id="6" name="Slide Number Placeholder 5"/>
          <p:cNvSpPr>
            <a:spLocks noGrp="1"/>
          </p:cNvSpPr>
          <p:nvPr>
            <p:ph type="sldNum" sz="quarter" idx="5"/>
          </p:nvPr>
        </p:nvSpPr>
        <p:spPr/>
        <p:txBody>
          <a:bodyPr/>
          <a:lstStyle/>
          <a:p>
            <a:pPr>
              <a:defRPr/>
            </a:pPr>
            <a:fld id="{460DBBD1-181E-744E-89E7-45F0EE4D9123}" type="slidenum">
              <a:rPr lang="en-US" smtClean="0"/>
              <a:pPr>
                <a:defRPr/>
              </a:pPr>
              <a:t>40</a:t>
            </a:fld>
            <a:endParaRPr lang="en-US"/>
          </a:p>
        </p:txBody>
      </p:sp>
    </p:spTree>
    <p:extLst>
      <p:ext uri="{BB962C8B-B14F-4D97-AF65-F5344CB8AC3E}">
        <p14:creationId xmlns:p14="http://schemas.microsoft.com/office/powerpoint/2010/main" val="16967443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42</a:t>
            </a:fld>
            <a:endParaRPr lang="en-US"/>
          </a:p>
        </p:txBody>
      </p:sp>
      <p:sp>
        <p:nvSpPr>
          <p:cNvPr id="5" name="Date Placeholder 4"/>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0470999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0BBE6-E60B-CA2C-30BB-DDD002BE3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C161E-35C9-2E35-136E-961269E80089}"/>
              </a:ext>
            </a:extLst>
          </p:cNvPr>
          <p:cNvSpPr>
            <a:spLocks noGrp="1" noRot="1" noChangeAspect="1"/>
          </p:cNvSpPr>
          <p:nvPr>
            <p:ph type="sldImg"/>
          </p:nvPr>
        </p:nvSpPr>
        <p:spPr>
          <a:xfrm>
            <a:off x="79375" y="739775"/>
            <a:ext cx="6577013" cy="3700463"/>
          </a:xfrm>
        </p:spPr>
      </p:sp>
      <p:sp>
        <p:nvSpPr>
          <p:cNvPr id="3" name="Notes Placeholder 2">
            <a:extLst>
              <a:ext uri="{FF2B5EF4-FFF2-40B4-BE49-F238E27FC236}">
                <a16:creationId xmlns:a16="http://schemas.microsoft.com/office/drawing/2014/main" id="{0BA1A66F-0500-C4EE-5AAA-0FBC915C22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97F321-BD40-DC07-1C6A-DCDDDD723B69}"/>
              </a:ext>
            </a:extLst>
          </p:cNvPr>
          <p:cNvSpPr>
            <a:spLocks noGrp="1"/>
          </p:cNvSpPr>
          <p:nvPr>
            <p:ph type="sldNum" sz="quarter" idx="10"/>
          </p:nvPr>
        </p:nvSpPr>
        <p:spPr/>
        <p:txBody>
          <a:bodyPr/>
          <a:lstStyle/>
          <a:p>
            <a:pPr>
              <a:defRPr/>
            </a:pPr>
            <a:fld id="{460DBBD1-181E-744E-89E7-45F0EE4D9123}" type="slidenum">
              <a:rPr lang="en-US" smtClean="0"/>
              <a:pPr>
                <a:defRPr/>
              </a:pPr>
              <a:t>43</a:t>
            </a:fld>
            <a:endParaRPr lang="en-US"/>
          </a:p>
        </p:txBody>
      </p:sp>
      <p:sp>
        <p:nvSpPr>
          <p:cNvPr id="5" name="Date Placeholder 4">
            <a:extLst>
              <a:ext uri="{FF2B5EF4-FFF2-40B4-BE49-F238E27FC236}">
                <a16:creationId xmlns:a16="http://schemas.microsoft.com/office/drawing/2014/main" id="{3BB1899C-1F6E-A29F-8663-969C337ABA44}"/>
              </a:ext>
            </a:extLst>
          </p:cNvPr>
          <p:cNvSpPr>
            <a:spLocks noGrp="1"/>
          </p:cNvSpPr>
          <p:nvPr>
            <p:ph type="dt" idx="11"/>
          </p:nvPr>
        </p:nvSpPr>
        <p:spPr/>
        <p:txBody>
          <a:bodyPr/>
          <a:lstStyle/>
          <a:p>
            <a:pPr>
              <a:defRPr/>
            </a:pPr>
            <a:fld id="{F2807BCA-FE0B-4EFE-9C39-93FE3E983A13}" type="datetime1">
              <a:rPr lang="en-US" smtClean="0"/>
              <a:t>9/10/26</a:t>
            </a:fld>
            <a:endParaRPr lang="en-US"/>
          </a:p>
        </p:txBody>
      </p:sp>
      <p:sp>
        <p:nvSpPr>
          <p:cNvPr id="6" name="Header Placeholder 5">
            <a:extLst>
              <a:ext uri="{FF2B5EF4-FFF2-40B4-BE49-F238E27FC236}">
                <a16:creationId xmlns:a16="http://schemas.microsoft.com/office/drawing/2014/main" id="{5A307814-A11F-F783-7DB0-8AB7C2D82CF6}"/>
              </a:ext>
            </a:extLst>
          </p:cNvPr>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8366217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44</a:t>
            </a:fld>
            <a:endParaRPr lang="en-US"/>
          </a:p>
        </p:txBody>
      </p:sp>
      <p:sp>
        <p:nvSpPr>
          <p:cNvPr id="5" name="Date Placeholder 4"/>
          <p:cNvSpPr>
            <a:spLocks noGrp="1"/>
          </p:cNvSpPr>
          <p:nvPr>
            <p:ph type="dt" idx="11"/>
          </p:nvPr>
        </p:nvSpPr>
        <p:spPr/>
        <p:txBody>
          <a:bodyPr/>
          <a:lstStyle/>
          <a:p>
            <a:pPr>
              <a:defRPr/>
            </a:pPr>
            <a:fld id="{4FE4F1E7-980A-4BDD-9B86-9E178EEF7D75}"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0448536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45</a:t>
            </a:fld>
            <a:endParaRPr lang="en-US"/>
          </a:p>
        </p:txBody>
      </p:sp>
      <p:sp>
        <p:nvSpPr>
          <p:cNvPr id="5" name="Date Placeholder 4"/>
          <p:cNvSpPr>
            <a:spLocks noGrp="1"/>
          </p:cNvSpPr>
          <p:nvPr>
            <p:ph type="dt" idx="11"/>
          </p:nvPr>
        </p:nvSpPr>
        <p:spPr/>
        <p:txBody>
          <a:bodyPr/>
          <a:lstStyle/>
          <a:p>
            <a:pPr>
              <a:defRPr/>
            </a:pPr>
            <a:fld id="{151CAFEA-6172-455E-AD18-943D91E8FD89}"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7870019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46</a:t>
            </a:fld>
            <a:endParaRPr lang="en-US"/>
          </a:p>
        </p:txBody>
      </p:sp>
      <p:sp>
        <p:nvSpPr>
          <p:cNvPr id="5" name="Date Placeholder 4"/>
          <p:cNvSpPr>
            <a:spLocks noGrp="1"/>
          </p:cNvSpPr>
          <p:nvPr>
            <p:ph type="dt" idx="11"/>
          </p:nvPr>
        </p:nvSpPr>
        <p:spPr/>
        <p:txBody>
          <a:bodyPr/>
          <a:lstStyle/>
          <a:p>
            <a:pPr>
              <a:defRPr/>
            </a:pPr>
            <a:fld id="{63CD2ECC-99DF-474D-B76D-C6214A6AE59C}"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37012940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6D76-C643-D4E1-E6B3-829CDDBD0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1C40C-A591-14A7-5756-E9FE6FC9DB31}"/>
              </a:ext>
            </a:extLst>
          </p:cNvPr>
          <p:cNvSpPr>
            <a:spLocks noGrp="1" noRot="1" noChangeAspect="1"/>
          </p:cNvSpPr>
          <p:nvPr>
            <p:ph type="sldImg"/>
          </p:nvPr>
        </p:nvSpPr>
        <p:spPr>
          <a:xfrm>
            <a:off x="79375" y="739775"/>
            <a:ext cx="6577013" cy="3700463"/>
          </a:xfrm>
        </p:spPr>
      </p:sp>
      <p:sp>
        <p:nvSpPr>
          <p:cNvPr id="3" name="Notes Placeholder 2">
            <a:extLst>
              <a:ext uri="{FF2B5EF4-FFF2-40B4-BE49-F238E27FC236}">
                <a16:creationId xmlns:a16="http://schemas.microsoft.com/office/drawing/2014/main" id="{2E51A620-D0C1-57B5-55DE-C18C1C38C2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D7C948-E086-8384-3285-3041012801A5}"/>
              </a:ext>
            </a:extLst>
          </p:cNvPr>
          <p:cNvSpPr>
            <a:spLocks noGrp="1"/>
          </p:cNvSpPr>
          <p:nvPr>
            <p:ph type="sldNum" sz="quarter" idx="10"/>
          </p:nvPr>
        </p:nvSpPr>
        <p:spPr/>
        <p:txBody>
          <a:bodyPr/>
          <a:lstStyle/>
          <a:p>
            <a:pPr>
              <a:defRPr/>
            </a:pPr>
            <a:fld id="{460DBBD1-181E-744E-89E7-45F0EE4D9123}" type="slidenum">
              <a:rPr lang="en-US" smtClean="0"/>
              <a:pPr>
                <a:defRPr/>
              </a:pPr>
              <a:t>47</a:t>
            </a:fld>
            <a:endParaRPr lang="en-US"/>
          </a:p>
        </p:txBody>
      </p:sp>
      <p:sp>
        <p:nvSpPr>
          <p:cNvPr id="5" name="Date Placeholder 4">
            <a:extLst>
              <a:ext uri="{FF2B5EF4-FFF2-40B4-BE49-F238E27FC236}">
                <a16:creationId xmlns:a16="http://schemas.microsoft.com/office/drawing/2014/main" id="{5E28812A-D8EE-FF33-F201-E0DE724490A0}"/>
              </a:ext>
            </a:extLst>
          </p:cNvPr>
          <p:cNvSpPr>
            <a:spLocks noGrp="1"/>
          </p:cNvSpPr>
          <p:nvPr>
            <p:ph type="dt" idx="11"/>
          </p:nvPr>
        </p:nvSpPr>
        <p:spPr/>
        <p:txBody>
          <a:bodyPr/>
          <a:lstStyle/>
          <a:p>
            <a:pPr>
              <a:defRPr/>
            </a:pPr>
            <a:fld id="{F2807BCA-FE0B-4EFE-9C39-93FE3E983A13}" type="datetime1">
              <a:rPr lang="en-US" smtClean="0"/>
              <a:t>9/10/26</a:t>
            </a:fld>
            <a:endParaRPr lang="en-US"/>
          </a:p>
        </p:txBody>
      </p:sp>
      <p:sp>
        <p:nvSpPr>
          <p:cNvPr id="6" name="Header Placeholder 5">
            <a:extLst>
              <a:ext uri="{FF2B5EF4-FFF2-40B4-BE49-F238E27FC236}">
                <a16:creationId xmlns:a16="http://schemas.microsoft.com/office/drawing/2014/main" id="{C90436F1-3ED0-415B-8F1F-9E358F4D6AB3}"/>
              </a:ext>
            </a:extLst>
          </p:cNvPr>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1331961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pPr lvl="1"/>
            <a:endParaRPr lang="en-GB" dirty="0"/>
          </a:p>
        </p:txBody>
      </p:sp>
      <p:sp>
        <p:nvSpPr>
          <p:cNvPr id="4" name="Header Placeholder 3"/>
          <p:cNvSpPr>
            <a:spLocks noGrp="1"/>
          </p:cNvSpPr>
          <p:nvPr>
            <p:ph type="hdr" sz="quarter" idx="10"/>
          </p:nvPr>
        </p:nvSpPr>
        <p:spPr/>
        <p:txBody>
          <a:bodyPr/>
          <a:lstStyle/>
          <a:p>
            <a:pPr>
              <a:defRPr/>
            </a:pPr>
            <a:r>
              <a:rPr lang="en-US"/>
              <a:t>Software Engineering - CO3001</a:t>
            </a:r>
          </a:p>
        </p:txBody>
      </p:sp>
      <p:sp>
        <p:nvSpPr>
          <p:cNvPr id="5" name="Date Placeholder 4"/>
          <p:cNvSpPr>
            <a:spLocks noGrp="1"/>
          </p:cNvSpPr>
          <p:nvPr>
            <p:ph type="dt" idx="11"/>
          </p:nvPr>
        </p:nvSpPr>
        <p:spPr/>
        <p:txBody>
          <a:bodyPr/>
          <a:lstStyle/>
          <a:p>
            <a:pPr>
              <a:defRPr/>
            </a:pPr>
            <a:fld id="{CACD337D-D381-4FAE-B32B-831368D4661F}" type="datetime1">
              <a:rPr lang="en-US" smtClean="0"/>
              <a:t>9/10/26</a:t>
            </a:fld>
            <a:endParaRPr lang="en-US"/>
          </a:p>
        </p:txBody>
      </p:sp>
      <p:sp>
        <p:nvSpPr>
          <p:cNvPr id="6" name="Slide Number Placeholder 5"/>
          <p:cNvSpPr>
            <a:spLocks noGrp="1"/>
          </p:cNvSpPr>
          <p:nvPr>
            <p:ph type="sldNum" sz="quarter" idx="12"/>
          </p:nvPr>
        </p:nvSpPr>
        <p:spPr/>
        <p:txBody>
          <a:bodyPr/>
          <a:lstStyle/>
          <a:p>
            <a:pPr>
              <a:defRPr/>
            </a:pPr>
            <a:fld id="{460DBBD1-181E-744E-89E7-45F0EE4D9123}" type="slidenum">
              <a:rPr lang="en-US" smtClean="0"/>
              <a:pPr>
                <a:defRPr/>
              </a:pPr>
              <a:t>48</a:t>
            </a:fld>
            <a:endParaRPr lang="en-US"/>
          </a:p>
        </p:txBody>
      </p:sp>
    </p:spTree>
    <p:extLst>
      <p:ext uri="{BB962C8B-B14F-4D97-AF65-F5344CB8AC3E}">
        <p14:creationId xmlns:p14="http://schemas.microsoft.com/office/powerpoint/2010/main" val="5305392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50</a:t>
            </a:fld>
            <a:endParaRPr lang="en-US"/>
          </a:p>
        </p:txBody>
      </p:sp>
      <p:sp>
        <p:nvSpPr>
          <p:cNvPr id="5" name="Date Placeholder 4"/>
          <p:cNvSpPr>
            <a:spLocks noGrp="1"/>
          </p:cNvSpPr>
          <p:nvPr>
            <p:ph type="dt" idx="11"/>
          </p:nvPr>
        </p:nvSpPr>
        <p:spPr/>
        <p:txBody>
          <a:bodyPr/>
          <a:lstStyle/>
          <a:p>
            <a:pPr>
              <a:defRPr/>
            </a:pPr>
            <a:fld id="{8F1FC988-CD1B-4AB7-9978-FBC9E3B0889D}"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423206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51</a:t>
            </a:fld>
            <a:endParaRPr lang="en-US"/>
          </a:p>
        </p:txBody>
      </p:sp>
      <p:sp>
        <p:nvSpPr>
          <p:cNvPr id="5" name="Date Placeholder 4"/>
          <p:cNvSpPr>
            <a:spLocks noGrp="1"/>
          </p:cNvSpPr>
          <p:nvPr>
            <p:ph type="dt" idx="11"/>
          </p:nvPr>
        </p:nvSpPr>
        <p:spPr/>
        <p:txBody>
          <a:bodyPr/>
          <a:lstStyle/>
          <a:p>
            <a:pPr>
              <a:defRPr/>
            </a:pPr>
            <a:fld id="{CE4292C6-415B-4313-8776-D05A8852A523}"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1658279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normAutofit/>
          </a:bodyPr>
          <a:lstStyle/>
          <a:p>
            <a:pPr marL="0" indent="0">
              <a:buFont typeface="Arial" panose="020B0604020202020204" pitchFamily="34" charset="0"/>
              <a:buNone/>
            </a:pPr>
            <a:endParaRPr lang="en-GB"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53</a:t>
            </a:fld>
            <a:endParaRPr lang="en-US"/>
          </a:p>
        </p:txBody>
      </p:sp>
      <p:sp>
        <p:nvSpPr>
          <p:cNvPr id="5" name="Date Placeholder 4"/>
          <p:cNvSpPr>
            <a:spLocks noGrp="1"/>
          </p:cNvSpPr>
          <p:nvPr>
            <p:ph type="dt" idx="11"/>
          </p:nvPr>
        </p:nvSpPr>
        <p:spPr/>
        <p:txBody>
          <a:bodyPr/>
          <a:lstStyle/>
          <a:p>
            <a:pPr>
              <a:defRPr/>
            </a:pPr>
            <a:fld id="{E71B8CCD-F875-4497-9FF3-2AFF694273E8}"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29163672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54</a:t>
            </a:fld>
            <a:endParaRPr lang="en-US"/>
          </a:p>
        </p:txBody>
      </p:sp>
      <p:sp>
        <p:nvSpPr>
          <p:cNvPr id="5" name="Date Placeholder 4"/>
          <p:cNvSpPr>
            <a:spLocks noGrp="1"/>
          </p:cNvSpPr>
          <p:nvPr>
            <p:ph type="dt" idx="11"/>
          </p:nvPr>
        </p:nvSpPr>
        <p:spPr/>
        <p:txBody>
          <a:bodyPr/>
          <a:lstStyle/>
          <a:p>
            <a:pPr>
              <a:defRPr/>
            </a:pPr>
            <a:fld id="{C355D185-0F10-46AC-A971-127B6C58E977}" type="datetime1">
              <a:rPr lang="en-US" smtClean="0"/>
              <a:t>9/10/26</a:t>
            </a:fld>
            <a:endParaRPr lang="en-US"/>
          </a:p>
        </p:txBody>
      </p:sp>
      <p:sp>
        <p:nvSpPr>
          <p:cNvPr id="6" name="Header Placeholder 5"/>
          <p:cNvSpPr>
            <a:spLocks noGrp="1"/>
          </p:cNvSpPr>
          <p:nvPr>
            <p:ph type="hdr" sz="quarter" idx="12"/>
          </p:nvPr>
        </p:nvSpPr>
        <p:spPr/>
        <p:txBody>
          <a:bodyPr/>
          <a:lstStyle/>
          <a:p>
            <a:pPr>
              <a:defRPr/>
            </a:pPr>
            <a:r>
              <a:rPr lang="en-US"/>
              <a:t>Software Engineering - CO3001</a:t>
            </a:r>
          </a:p>
        </p:txBody>
      </p:sp>
    </p:spTree>
    <p:extLst>
      <p:ext uri="{BB962C8B-B14F-4D97-AF65-F5344CB8AC3E}">
        <p14:creationId xmlns:p14="http://schemas.microsoft.com/office/powerpoint/2010/main" val="41298094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6349" y="1"/>
            <a:ext cx="12192000" cy="5293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0" name="Freeform 9"/>
          <p:cNvSpPr/>
          <p:nvPr/>
        </p:nvSpPr>
        <p:spPr>
          <a:xfrm>
            <a:off x="6350" y="-24063"/>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ctrTitle"/>
          </p:nvPr>
        </p:nvSpPr>
        <p:spPr>
          <a:xfrm>
            <a:off x="457200" y="3897256"/>
            <a:ext cx="7772400" cy="1463040"/>
          </a:xfrm>
        </p:spPr>
        <p:txBody>
          <a:bodyPr anchor="ctr">
            <a:normAutofit/>
          </a:bodyPr>
          <a:lstStyle>
            <a:lvl1pPr algn="r">
              <a:defRPr sz="3600" spc="200" baseline="0"/>
            </a:lvl1pPr>
          </a:lstStyle>
          <a:p>
            <a:r>
              <a:rPr lang="en-US"/>
              <a:t>Click to edit Master title style</a:t>
            </a:r>
            <a:endParaRPr lang="en-US" dirty="0"/>
          </a:p>
        </p:txBody>
      </p:sp>
      <p:sp>
        <p:nvSpPr>
          <p:cNvPr id="3" name="Subtitle 2"/>
          <p:cNvSpPr>
            <a:spLocks noGrp="1"/>
          </p:cNvSpPr>
          <p:nvPr>
            <p:ph type="subTitle" idx="1" hasCustomPrompt="1"/>
          </p:nvPr>
        </p:nvSpPr>
        <p:spPr>
          <a:xfrm>
            <a:off x="8610600" y="3897256"/>
            <a:ext cx="3200400" cy="1463040"/>
          </a:xfrm>
        </p:spPr>
        <p:txBody>
          <a:bodyPr lIns="91440" rIns="91440" anchor="ctr">
            <a:normAutofit/>
          </a:bodyPr>
          <a:lstStyle>
            <a:lvl1pPr marL="0" indent="0" algn="l">
              <a:lnSpc>
                <a:spcPct val="100000"/>
              </a:lnSpc>
              <a:spcBef>
                <a:spcPts val="0"/>
              </a:spcBef>
              <a:buNone/>
              <a:defRPr sz="160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Thang</a:t>
            </a:r>
            <a:r>
              <a:rPr lang="en-US" dirty="0"/>
              <a:t> Bui</a:t>
            </a:r>
          </a:p>
        </p:txBody>
      </p:sp>
      <p:cxnSp>
        <p:nvCxnSpPr>
          <p:cNvPr id="8" name="Straight Connector 7"/>
          <p:cNvCxnSpPr/>
          <p:nvPr/>
        </p:nvCxnSpPr>
        <p:spPr>
          <a:xfrm flipV="1">
            <a:off x="8386843" y="420122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4709"/>
            <a:ext cx="1278800" cy="871990"/>
          </a:xfrm>
          <a:prstGeom prst="rect">
            <a:avLst/>
          </a:prstGeom>
        </p:spPr>
      </p:pic>
      <p:sp>
        <p:nvSpPr>
          <p:cNvPr id="11" name="Title 1"/>
          <p:cNvSpPr txBox="1">
            <a:spLocks/>
          </p:cNvSpPr>
          <p:nvPr/>
        </p:nvSpPr>
        <p:spPr>
          <a:xfrm>
            <a:off x="3322651" y="529389"/>
            <a:ext cx="7772400" cy="2317424"/>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4400" kern="1200" cap="all" spc="200" baseline="0">
                <a:solidFill>
                  <a:schemeClr val="tx1">
                    <a:lumMod val="95000"/>
                    <a:lumOff val="5000"/>
                  </a:schemeClr>
                </a:solidFill>
                <a:latin typeface="+mj-lt"/>
                <a:ea typeface="+mj-ea"/>
                <a:cs typeface="+mj-cs"/>
              </a:defRPr>
            </a:lvl1pPr>
          </a:lstStyle>
          <a:p>
            <a:pPr fontAlgn="auto">
              <a:spcAft>
                <a:spcPts val="0"/>
              </a:spcAft>
            </a:pPr>
            <a:r>
              <a:rPr lang="en-US" sz="8000" dirty="0"/>
              <a:t>Software engineering</a:t>
            </a:r>
          </a:p>
        </p:txBody>
      </p:sp>
      <p:sp>
        <p:nvSpPr>
          <p:cNvPr id="12" name="Rectangle 11"/>
          <p:cNvSpPr/>
          <p:nvPr/>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3" name="TextBox 12"/>
          <p:cNvSpPr txBox="1"/>
          <p:nvPr/>
        </p:nvSpPr>
        <p:spPr>
          <a:xfrm>
            <a:off x="9284299" y="2410485"/>
            <a:ext cx="1358064" cy="707886"/>
          </a:xfrm>
          <a:prstGeom prst="rect">
            <a:avLst/>
          </a:prstGeom>
          <a:noFill/>
        </p:spPr>
        <p:txBody>
          <a:bodyPr wrap="none" rtlCol="0">
            <a:spAutoFit/>
          </a:bodyPr>
          <a:lstStyle/>
          <a:p>
            <a:r>
              <a:rPr lang="en-US" sz="4000" dirty="0">
                <a:latin typeface="+mj-lt"/>
              </a:rPr>
              <a:t>CO3001</a:t>
            </a:r>
          </a:p>
        </p:txBody>
      </p:sp>
      <p:sp>
        <p:nvSpPr>
          <p:cNvPr id="14" name="Rectangle 13"/>
          <p:cNvSpPr/>
          <p:nvPr userDrawn="1"/>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5" name="TextBox 14"/>
          <p:cNvSpPr txBox="1"/>
          <p:nvPr userDrawn="1"/>
        </p:nvSpPr>
        <p:spPr>
          <a:xfrm>
            <a:off x="9284299" y="2410485"/>
            <a:ext cx="1358064" cy="707886"/>
          </a:xfrm>
          <a:prstGeom prst="rect">
            <a:avLst/>
          </a:prstGeom>
          <a:noFill/>
        </p:spPr>
        <p:txBody>
          <a:bodyPr wrap="none" rtlCol="0">
            <a:spAutoFit/>
          </a:bodyPr>
          <a:lstStyle/>
          <a:p>
            <a:r>
              <a:rPr lang="en-US" sz="4000" dirty="0">
                <a:latin typeface="+mj-lt"/>
              </a:rPr>
              <a:t>CO3001</a:t>
            </a:r>
          </a:p>
        </p:txBody>
      </p:sp>
    </p:spTree>
    <p:extLst>
      <p:ext uri="{BB962C8B-B14F-4D97-AF65-F5344CB8AC3E}">
        <p14:creationId xmlns:p14="http://schemas.microsoft.com/office/powerpoint/2010/main" val="4193104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p>
            <a:pPr>
              <a:defRPr/>
            </a:pPr>
            <a:fld id="{825F70CE-84E9-D04C-9B15-10C693AA0F2A}" type="slidenum">
              <a:rPr lang="en-US" smtClean="0"/>
              <a:pPr>
                <a:defRPr/>
              </a:pPr>
              <a:t>‹#›</a:t>
            </a:fld>
            <a:endParaRPr lang="en-US"/>
          </a:p>
        </p:txBody>
      </p:sp>
    </p:spTree>
    <p:extLst>
      <p:ext uri="{BB962C8B-B14F-4D97-AF65-F5344CB8AC3E}">
        <p14:creationId xmlns:p14="http://schemas.microsoft.com/office/powerpoint/2010/main" val="2049658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5775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title"/>
          </p:nvPr>
        </p:nvSpPr>
        <p:spPr>
          <a:xfrm>
            <a:off x="457200" y="3885224"/>
            <a:ext cx="77724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3885224"/>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p>
            <a:pPr>
              <a:defRPr/>
            </a:pPr>
            <a:fld id="{87BA459C-C1F9-AB4D-8E61-68C53B56A064}" type="slidenum">
              <a:rPr lang="en-US" smtClean="0"/>
              <a:pPr>
                <a:defRPr/>
              </a:pPr>
              <a:t>‹#›</a:t>
            </a:fld>
            <a:endParaRPr lang="en-US"/>
          </a:p>
        </p:txBody>
      </p:sp>
      <p:cxnSp>
        <p:nvCxnSpPr>
          <p:cNvPr id="8" name="Straight Connector 7"/>
          <p:cNvCxnSpPr/>
          <p:nvPr/>
        </p:nvCxnSpPr>
        <p:spPr>
          <a:xfrm flipV="1">
            <a:off x="8386843" y="4189193"/>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809618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96254"/>
            <a:ext cx="10786873" cy="12272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1524002"/>
            <a:ext cx="4965192"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1011" y="1524002"/>
            <a:ext cx="5329988"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7" name="Slide Number Placeholder 6"/>
          <p:cNvSpPr>
            <a:spLocks noGrp="1"/>
          </p:cNvSpPr>
          <p:nvPr>
            <p:ph type="sldNum" sz="quarter" idx="12"/>
          </p:nvPr>
        </p:nvSpPr>
        <p:spPr/>
        <p:txBody>
          <a:bodyPr/>
          <a:lstStyle/>
          <a:p>
            <a:pPr>
              <a:defRPr/>
            </a:pPr>
            <a:fld id="{9AFB4A4D-A64F-7740-9E0E-188E9BA474F0}" type="slidenum">
              <a:rPr lang="en-US" smtClean="0"/>
              <a:pPr>
                <a:defRPr/>
              </a:pPr>
              <a:t>‹#›</a:t>
            </a:fld>
            <a:endParaRPr lang="en-US"/>
          </a:p>
        </p:txBody>
      </p:sp>
    </p:spTree>
    <p:extLst>
      <p:ext uri="{BB962C8B-B14F-4D97-AF65-F5344CB8AC3E}">
        <p14:creationId xmlns:p14="http://schemas.microsoft.com/office/powerpoint/2010/main" val="2743337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84222"/>
            <a:ext cx="10786873" cy="12392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524002"/>
            <a:ext cx="513604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346962"/>
            <a:ext cx="5136040"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843" y="1524002"/>
            <a:ext cx="5394157"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416843" y="2346962"/>
            <a:ext cx="5394157"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defRPr/>
            </a:pPr>
            <a:r>
              <a:rPr lang="en-US"/>
              <a:t>Chapter 4. Requirements engineering</a:t>
            </a:r>
          </a:p>
        </p:txBody>
      </p:sp>
      <p:sp>
        <p:nvSpPr>
          <p:cNvPr id="9" name="Slide Number Placeholder 8"/>
          <p:cNvSpPr>
            <a:spLocks noGrp="1"/>
          </p:cNvSpPr>
          <p:nvPr>
            <p:ph type="sldNum" sz="quarter" idx="12"/>
          </p:nvPr>
        </p:nvSpPr>
        <p:spPr/>
        <p:txBody>
          <a:bodyPr/>
          <a:lstStyle/>
          <a:p>
            <a:pPr>
              <a:defRPr/>
            </a:pPr>
            <a:fld id="{8DAA6009-9928-FF4C-9FC0-9A5BA7AB80BB}" type="slidenum">
              <a:rPr lang="en-US" smtClean="0"/>
              <a:pPr>
                <a:defRPr/>
              </a:pPr>
              <a:t>‹#›</a:t>
            </a:fld>
            <a:endParaRPr lang="en-US"/>
          </a:p>
        </p:txBody>
      </p:sp>
    </p:spTree>
    <p:extLst>
      <p:ext uri="{BB962C8B-B14F-4D97-AF65-F5344CB8AC3E}">
        <p14:creationId xmlns:p14="http://schemas.microsoft.com/office/powerpoint/2010/main" val="867017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7DCDB1BE-A08E-2A4A-80F9-ED5208CC2745}" type="slidenum">
              <a:rPr lang="en-US" smtClean="0"/>
              <a:pPr>
                <a:defRPr/>
              </a:pPr>
              <a:t>‹#›</a:t>
            </a:fld>
            <a:endParaRPr lang="en-US"/>
          </a:p>
        </p:txBody>
      </p:sp>
    </p:spTree>
    <p:extLst>
      <p:ext uri="{BB962C8B-B14F-4D97-AF65-F5344CB8AC3E}">
        <p14:creationId xmlns:p14="http://schemas.microsoft.com/office/powerpoint/2010/main" val="107534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2CA09BA1-70B4-4A48-A4C4-6DB291E465CB}" type="slidenum">
              <a:rPr lang="en-US" smtClean="0"/>
              <a:pPr>
                <a:defRPr/>
              </a:pPr>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026469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96254"/>
            <a:ext cx="10786871" cy="12151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1528012"/>
            <a:ext cx="10786872" cy="4781349"/>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r>
              <a:rPr lang="en-US"/>
              <a:t>Sep 2019</a:t>
            </a:r>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r>
              <a:rPr lang="en-US"/>
              <a:t>Chapter 4. Requirements engineering</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4606AE16-8D53-A649-9482-7C8DBD7175B3}" type="slidenum">
              <a:rPr lang="en-US" smtClean="0"/>
              <a:pPr>
                <a:defRPr/>
              </a:pPr>
              <a:t>‹#›</a:t>
            </a:fld>
            <a:endParaRPr lang="en-US"/>
          </a:p>
        </p:txBody>
      </p:sp>
      <p:cxnSp>
        <p:nvCxnSpPr>
          <p:cNvPr id="7" name="Straight Connector 6"/>
          <p:cNvCxnSpPr/>
          <p:nvPr/>
        </p:nvCxnSpPr>
        <p:spPr>
          <a:xfrm flipV="1">
            <a:off x="762000" y="224745"/>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67580576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Lst>
  <p:hf hdr="0"/>
  <p:txStyles>
    <p:titleStyle>
      <a:lvl1pPr algn="l" defTabSz="914400" rtl="0" eaLnBrk="1" latinLnBrk="0" hangingPunct="1">
        <a:lnSpc>
          <a:spcPct val="80000"/>
        </a:lnSpc>
        <a:spcBef>
          <a:spcPct val="0"/>
        </a:spcBef>
        <a:buNone/>
        <a:defRPr sz="3600" kern="1200" cap="all" spc="100" baseline="0">
          <a:solidFill>
            <a:schemeClr val="tx1">
              <a:lumMod val="95000"/>
              <a:lumOff val="5000"/>
            </a:schemeClr>
          </a:solidFill>
          <a:latin typeface="+mj-lt"/>
          <a:ea typeface="+mj-ea"/>
          <a:cs typeface="+mj-cs"/>
        </a:defRPr>
      </a:lvl1pPr>
    </p:titleStyle>
    <p:body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r>
              <a:rPr lang="en-US" dirty="0"/>
              <a:t>Chapter 3 – Requirements Engineering</a:t>
            </a:r>
          </a:p>
        </p:txBody>
      </p:sp>
      <p:sp>
        <p:nvSpPr>
          <p:cNvPr id="6" name="Subtitle 5"/>
          <p:cNvSpPr>
            <a:spLocks noGrp="1"/>
          </p:cNvSpPr>
          <p:nvPr>
            <p:ph type="subTitle" idx="1"/>
          </p:nvPr>
        </p:nvSpPr>
        <p:spPr/>
        <p:txBody>
          <a:bodyPr/>
          <a:lstStyle/>
          <a:p>
            <a:r>
              <a:rPr lang="nb-NO"/>
              <a:t>Anh Nguyen-Duc</a:t>
            </a:r>
          </a:p>
          <a:p>
            <a:r>
              <a:rPr lang="nb-NO"/>
              <a:t>Tho Quan Thanh</a:t>
            </a:r>
            <a:endParaRPr lang="nb-N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lstStyle/>
          <a:p>
            <a:r>
              <a:rPr lang="en-US" dirty="0"/>
              <a:t>Functional and non-functional requirements</a:t>
            </a:r>
            <a:endParaRPr lang="en-GB" dirty="0"/>
          </a:p>
          <a:p>
            <a:r>
              <a:rPr lang="en-US" dirty="0"/>
              <a:t>Requirements engineering processes</a:t>
            </a:r>
          </a:p>
          <a:p>
            <a:r>
              <a:rPr lang="en-US" dirty="0"/>
              <a:t>Requirements elicitation</a:t>
            </a:r>
            <a:endParaRPr lang="en-GB" dirty="0"/>
          </a:p>
          <a:p>
            <a:r>
              <a:rPr lang="en-US" dirty="0"/>
              <a:t>Requirements </a:t>
            </a:r>
            <a:r>
              <a:rPr lang="en-GB" dirty="0"/>
              <a:t>specification</a:t>
            </a:r>
          </a:p>
          <a:p>
            <a:r>
              <a:rPr lang="en-US" dirty="0"/>
              <a:t>Requirements validation</a:t>
            </a:r>
            <a:endParaRPr lang="en-GB" dirty="0"/>
          </a:p>
          <a:p>
            <a:r>
              <a:rPr lang="en-US" dirty="0"/>
              <a:t>Requirements change</a:t>
            </a:r>
            <a:endParaRPr lang="en-GB"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2</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215148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AE0E6-BC39-37F4-FBCA-B6838A1CA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6F331-702F-91A2-CF7D-978A1CAD7924}"/>
              </a:ext>
            </a:extLst>
          </p:cNvPr>
          <p:cNvSpPr>
            <a:spLocks noGrp="1"/>
          </p:cNvSpPr>
          <p:nvPr>
            <p:ph type="title"/>
          </p:nvPr>
        </p:nvSpPr>
        <p:spPr/>
        <p:txBody>
          <a:bodyPr/>
          <a:lstStyle/>
          <a:p>
            <a:r>
              <a:rPr lang="en-US"/>
              <a:t>Topics covered</a:t>
            </a:r>
            <a:endParaRPr lang="en-US" dirty="0"/>
          </a:p>
        </p:txBody>
      </p:sp>
      <p:sp>
        <p:nvSpPr>
          <p:cNvPr id="3" name="Content Placeholder 2">
            <a:extLst>
              <a:ext uri="{FF2B5EF4-FFF2-40B4-BE49-F238E27FC236}">
                <a16:creationId xmlns:a16="http://schemas.microsoft.com/office/drawing/2014/main" id="{8D1A7AB9-E6BE-8953-041A-9483CACE6F67}"/>
              </a:ext>
            </a:extLst>
          </p:cNvPr>
          <p:cNvSpPr>
            <a:spLocks noGrp="1"/>
          </p:cNvSpPr>
          <p:nvPr>
            <p:ph idx="1"/>
          </p:nvPr>
        </p:nvSpPr>
        <p:spPr/>
        <p:txBody>
          <a:bodyPr/>
          <a:lstStyle/>
          <a:p>
            <a:r>
              <a:rPr lang="en-US" dirty="0"/>
              <a:t>Functional and non-functional requirements</a:t>
            </a:r>
            <a:endParaRPr lang="en-GB" dirty="0"/>
          </a:p>
          <a:p>
            <a:r>
              <a:rPr lang="en-US" dirty="0">
                <a:solidFill>
                  <a:schemeClr val="bg1">
                    <a:lumMod val="85000"/>
                  </a:schemeClr>
                </a:solidFill>
              </a:rPr>
              <a:t>Requirements engineering processes</a:t>
            </a:r>
          </a:p>
          <a:p>
            <a:r>
              <a:rPr lang="en-US" dirty="0">
                <a:solidFill>
                  <a:schemeClr val="bg1">
                    <a:lumMod val="85000"/>
                  </a:schemeClr>
                </a:solidFill>
              </a:rPr>
              <a:t>Requirements elicitation</a:t>
            </a:r>
            <a:endParaRPr lang="en-GB" dirty="0">
              <a:solidFill>
                <a:schemeClr val="bg1">
                  <a:lumMod val="85000"/>
                </a:schemeClr>
              </a:solidFill>
            </a:endParaRPr>
          </a:p>
          <a:p>
            <a:r>
              <a:rPr lang="en-US" dirty="0">
                <a:solidFill>
                  <a:schemeClr val="bg1">
                    <a:lumMod val="85000"/>
                  </a:schemeClr>
                </a:solidFill>
              </a:rPr>
              <a:t>Requirements </a:t>
            </a:r>
            <a:r>
              <a:rPr lang="en-GB" dirty="0">
                <a:solidFill>
                  <a:schemeClr val="bg1">
                    <a:lumMod val="85000"/>
                  </a:schemeClr>
                </a:solidFill>
              </a:rPr>
              <a:t>specification</a:t>
            </a:r>
          </a:p>
          <a:p>
            <a:r>
              <a:rPr lang="en-US" dirty="0">
                <a:solidFill>
                  <a:schemeClr val="bg1">
                    <a:lumMod val="85000"/>
                  </a:schemeClr>
                </a:solidFill>
              </a:rPr>
              <a:t>Requirements validation</a:t>
            </a:r>
            <a:endParaRPr lang="en-GB" dirty="0">
              <a:solidFill>
                <a:schemeClr val="bg1">
                  <a:lumMod val="85000"/>
                </a:schemeClr>
              </a:solidFill>
            </a:endParaRPr>
          </a:p>
          <a:p>
            <a:r>
              <a:rPr lang="en-US" dirty="0">
                <a:solidFill>
                  <a:schemeClr val="bg1">
                    <a:lumMod val="85000"/>
                  </a:schemeClr>
                </a:solidFill>
              </a:rPr>
              <a:t>Requirements change</a:t>
            </a:r>
            <a:endParaRPr lang="en-GB" dirty="0">
              <a:solidFill>
                <a:schemeClr val="bg1">
                  <a:lumMod val="85000"/>
                </a:schemeClr>
              </a:solidFill>
            </a:endParaRPr>
          </a:p>
        </p:txBody>
      </p:sp>
      <p:sp>
        <p:nvSpPr>
          <p:cNvPr id="7" name="Footer Placeholder 6">
            <a:extLst>
              <a:ext uri="{FF2B5EF4-FFF2-40B4-BE49-F238E27FC236}">
                <a16:creationId xmlns:a16="http://schemas.microsoft.com/office/drawing/2014/main" id="{9075A80F-3B1C-026E-CFE4-D0FD8C7557C6}"/>
              </a:ext>
            </a:extLst>
          </p:cNvPr>
          <p:cNvSpPr>
            <a:spLocks noGrp="1"/>
          </p:cNvSpPr>
          <p:nvPr>
            <p:ph type="ftr" sz="quarter" idx="11"/>
          </p:nvPr>
        </p:nvSpPr>
        <p:spPr/>
        <p:txBody>
          <a:bodyPr/>
          <a:lstStyle/>
          <a:p>
            <a:r>
              <a:rPr lang="en-US"/>
              <a:t>Chapter 4. Requirements engineering</a:t>
            </a:r>
          </a:p>
        </p:txBody>
      </p:sp>
      <p:sp>
        <p:nvSpPr>
          <p:cNvPr id="8" name="Slide Number Placeholder 7">
            <a:extLst>
              <a:ext uri="{FF2B5EF4-FFF2-40B4-BE49-F238E27FC236}">
                <a16:creationId xmlns:a16="http://schemas.microsoft.com/office/drawing/2014/main" id="{E9C3019E-E8C5-902A-1A7E-15D61D65EAF7}"/>
              </a:ext>
            </a:extLst>
          </p:cNvPr>
          <p:cNvSpPr>
            <a:spLocks noGrp="1"/>
          </p:cNvSpPr>
          <p:nvPr>
            <p:ph type="sldNum" sz="quarter" idx="12"/>
          </p:nvPr>
        </p:nvSpPr>
        <p:spPr/>
        <p:txBody>
          <a:bodyPr/>
          <a:lstStyle/>
          <a:p>
            <a:fld id="{825F70CE-84E9-D04C-9B15-10C693AA0F2A}" type="slidenum">
              <a:rPr lang="en-US" smtClean="0"/>
              <a:pPr/>
              <a:t>3</a:t>
            </a:fld>
            <a:endParaRPr lang="en-US"/>
          </a:p>
        </p:txBody>
      </p:sp>
      <p:sp>
        <p:nvSpPr>
          <p:cNvPr id="9" name="Date Placeholder 8">
            <a:extLst>
              <a:ext uri="{FF2B5EF4-FFF2-40B4-BE49-F238E27FC236}">
                <a16:creationId xmlns:a16="http://schemas.microsoft.com/office/drawing/2014/main" id="{86C76B9F-F9A4-230C-AAE1-31CBA2EC8637}"/>
              </a:ext>
            </a:extLst>
          </p:cNvPr>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393556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&amp; NON-FUNCTIONAL REQUIREMENTS</a:t>
            </a:r>
          </a:p>
        </p:txBody>
      </p:sp>
      <p:sp>
        <p:nvSpPr>
          <p:cNvPr id="15" name="Text Placeholder 14"/>
          <p:cNvSpPr>
            <a:spLocks noGrp="1"/>
          </p:cNvSpPr>
          <p:nvPr>
            <p:ph type="body" idx="1"/>
          </p:nvPr>
        </p:nvSpPr>
        <p:spPr/>
        <p:txBody>
          <a:bodyPr/>
          <a:lstStyle/>
          <a:p>
            <a:endParaRPr lang="nb-NO"/>
          </a:p>
        </p:txBody>
      </p:sp>
      <p:sp>
        <p:nvSpPr>
          <p:cNvPr id="5" name="Footer Placeholder 4"/>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7BA459C-C1F9-AB4D-8E61-68C53B56A064}" type="slidenum">
              <a:rPr lang="en-US" smtClean="0"/>
              <a:pPr/>
              <a:t>4</a:t>
            </a:fld>
            <a:endParaRPr lang="en-US"/>
          </a:p>
        </p:txBody>
      </p:sp>
      <p:sp>
        <p:nvSpPr>
          <p:cNvPr id="4" name="Date Placeholder 3"/>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050727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5</a:t>
            </a:fld>
            <a:endParaRPr lang="en-US"/>
          </a:p>
        </p:txBody>
      </p:sp>
      <p:sp>
        <p:nvSpPr>
          <p:cNvPr id="4" name="Date Placeholder 3"/>
          <p:cNvSpPr>
            <a:spLocks noGrp="1"/>
          </p:cNvSpPr>
          <p:nvPr>
            <p:ph type="dt" sz="half" idx="4294967295"/>
          </p:nvPr>
        </p:nvSpPr>
        <p:spPr>
          <a:xfrm>
            <a:off x="0" y="6470650"/>
            <a:ext cx="2154238" cy="274638"/>
          </a:xfrm>
        </p:spPr>
        <p:txBody>
          <a:bodyPr/>
          <a:lstStyle/>
          <a:p>
            <a:pPr>
              <a:defRPr/>
            </a:pPr>
            <a:r>
              <a:rPr lang="en-US"/>
              <a:t>Sep 2019</a:t>
            </a:r>
          </a:p>
        </p:txBody>
      </p:sp>
      <p:pic>
        <p:nvPicPr>
          <p:cNvPr id="2050" name="Picture 2" descr="https://freshsoftwareengineers.files.wordpress.com/2013/11/anforderungen_was_aus_pj_wurde.jpg"/>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1991544" y="313446"/>
            <a:ext cx="8504080" cy="615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156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t>What is a requirement?</a:t>
            </a:r>
            <a:endParaRPr lang="en-GB" dirty="0"/>
          </a:p>
        </p:txBody>
      </p:sp>
      <p:sp>
        <p:nvSpPr>
          <p:cNvPr id="8195" name="Rectangle 3"/>
          <p:cNvSpPr>
            <a:spLocks noGrp="1" noChangeArrowheads="1"/>
          </p:cNvSpPr>
          <p:nvPr>
            <p:ph idx="1"/>
          </p:nvPr>
        </p:nvSpPr>
        <p:spPr/>
        <p:txBody>
          <a:bodyPr/>
          <a:lstStyle/>
          <a:p>
            <a:pPr>
              <a:lnSpc>
                <a:spcPct val="150000"/>
              </a:lnSpc>
            </a:pPr>
            <a:r>
              <a:rPr lang="en-GB" dirty="0"/>
              <a:t>Requirement = the descriptions of </a:t>
            </a:r>
          </a:p>
          <a:p>
            <a:pPr lvl="1">
              <a:lnSpc>
                <a:spcPct val="150000"/>
              </a:lnSpc>
            </a:pPr>
            <a:r>
              <a:rPr lang="en-GB" dirty="0"/>
              <a:t>the system services </a:t>
            </a:r>
          </a:p>
          <a:p>
            <a:pPr lvl="1">
              <a:lnSpc>
                <a:spcPct val="150000"/>
              </a:lnSpc>
            </a:pPr>
            <a:r>
              <a:rPr lang="en-GB" dirty="0"/>
              <a:t>and constraints</a:t>
            </a:r>
          </a:p>
          <a:p>
            <a:pPr>
              <a:lnSpc>
                <a:spcPct val="150000"/>
              </a:lnSpc>
            </a:pPr>
            <a:r>
              <a:rPr lang="en-GB" dirty="0"/>
              <a:t>It may range </a:t>
            </a:r>
          </a:p>
          <a:p>
            <a:pPr lvl="1">
              <a:lnSpc>
                <a:spcPct val="150000"/>
              </a:lnSpc>
            </a:pPr>
            <a:r>
              <a:rPr lang="en-GB" dirty="0"/>
              <a:t>from a high-level abstract statement </a:t>
            </a:r>
          </a:p>
          <a:p>
            <a:pPr lvl="1">
              <a:lnSpc>
                <a:spcPct val="150000"/>
              </a:lnSpc>
            </a:pPr>
            <a:r>
              <a:rPr lang="en-GB" dirty="0"/>
              <a:t>to a detailed mathematical functional specification.</a:t>
            </a:r>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6</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
        <p:nvSpPr>
          <p:cNvPr id="10" name="Rectangle 9"/>
          <p:cNvSpPr/>
          <p:nvPr/>
        </p:nvSpPr>
        <p:spPr>
          <a:xfrm>
            <a:off x="7277598" y="42128"/>
            <a:ext cx="3397442" cy="1323439"/>
          </a:xfrm>
          <a:prstGeom prst="rect">
            <a:avLst/>
          </a:prstGeom>
        </p:spPr>
        <p:txBody>
          <a:bodyPr wrap="square">
            <a:spAutoFit/>
          </a:bodyPr>
          <a:lstStyle/>
          <a:p>
            <a:r>
              <a:rPr lang="en-GB" sz="1600" dirty="0"/>
              <a:t>Requirement engineering = establishing the </a:t>
            </a:r>
            <a:r>
              <a:rPr lang="en-GB" sz="1600" b="1" i="1" dirty="0"/>
              <a:t>services </a:t>
            </a:r>
            <a:r>
              <a:rPr lang="en-GB" sz="1600" dirty="0"/>
              <a:t>that the customer requires from a system and the </a:t>
            </a:r>
            <a:r>
              <a:rPr lang="en-GB" sz="1600" b="1" i="1" dirty="0"/>
              <a:t>constraints</a:t>
            </a:r>
            <a:r>
              <a:rPr lang="en-GB" sz="1600" dirty="0"/>
              <a:t> under which it operates and is developed.</a:t>
            </a:r>
          </a:p>
        </p:txBody>
      </p:sp>
      <p:sp>
        <p:nvSpPr>
          <p:cNvPr id="12" name="Freeform 11"/>
          <p:cNvSpPr/>
          <p:nvPr/>
        </p:nvSpPr>
        <p:spPr>
          <a:xfrm>
            <a:off x="4583832" y="457840"/>
            <a:ext cx="4320480" cy="2304256"/>
          </a:xfrm>
          <a:custGeom>
            <a:avLst/>
            <a:gdLst>
              <a:gd name="connsiteX0" fmla="*/ 2343150 w 2443852"/>
              <a:gd name="connsiteY0" fmla="*/ 0 h 1000125"/>
              <a:gd name="connsiteX1" fmla="*/ 1757362 w 2443852"/>
              <a:gd name="connsiteY1" fmla="*/ 242888 h 1000125"/>
              <a:gd name="connsiteX2" fmla="*/ 2386012 w 2443852"/>
              <a:gd name="connsiteY2" fmla="*/ 728663 h 1000125"/>
              <a:gd name="connsiteX3" fmla="*/ 0 w 2443852"/>
              <a:gd name="connsiteY3" fmla="*/ 1000125 h 1000125"/>
            </a:gdLst>
            <a:ahLst/>
            <a:cxnLst>
              <a:cxn ang="0">
                <a:pos x="connsiteX0" y="connsiteY0"/>
              </a:cxn>
              <a:cxn ang="0">
                <a:pos x="connsiteX1" y="connsiteY1"/>
              </a:cxn>
              <a:cxn ang="0">
                <a:pos x="connsiteX2" y="connsiteY2"/>
              </a:cxn>
              <a:cxn ang="0">
                <a:pos x="connsiteX3" y="connsiteY3"/>
              </a:cxn>
            </a:cxnLst>
            <a:rect l="l" t="t" r="r" b="b"/>
            <a:pathLst>
              <a:path w="2443852" h="1000125">
                <a:moveTo>
                  <a:pt x="2343150" y="0"/>
                </a:moveTo>
                <a:cubicBezTo>
                  <a:pt x="2046684" y="60722"/>
                  <a:pt x="1750218" y="121444"/>
                  <a:pt x="1757362" y="242888"/>
                </a:cubicBezTo>
                <a:cubicBezTo>
                  <a:pt x="1764506" y="364332"/>
                  <a:pt x="2678906" y="602457"/>
                  <a:pt x="2386012" y="728663"/>
                </a:cubicBezTo>
                <a:cubicBezTo>
                  <a:pt x="2093118" y="854869"/>
                  <a:pt x="1046559" y="927497"/>
                  <a:pt x="0" y="1000125"/>
                </a:cubicBezTo>
              </a:path>
            </a:pathLst>
          </a:cu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6350">
                <a:solidFill>
                  <a:schemeClr val="tx1"/>
                </a:solidFill>
              </a:ln>
            </a:endParaRPr>
          </a:p>
        </p:txBody>
      </p:sp>
      <p:sp>
        <p:nvSpPr>
          <p:cNvPr id="13" name="Freeform 12"/>
          <p:cNvSpPr/>
          <p:nvPr/>
        </p:nvSpPr>
        <p:spPr>
          <a:xfrm>
            <a:off x="4223792" y="1124744"/>
            <a:ext cx="5770434" cy="2304256"/>
          </a:xfrm>
          <a:custGeom>
            <a:avLst/>
            <a:gdLst>
              <a:gd name="connsiteX0" fmla="*/ 3957638 w 4838026"/>
              <a:gd name="connsiteY0" fmla="*/ 0 h 1228782"/>
              <a:gd name="connsiteX1" fmla="*/ 4557713 w 4838026"/>
              <a:gd name="connsiteY1" fmla="*/ 1057275 h 1228782"/>
              <a:gd name="connsiteX2" fmla="*/ 0 w 4838026"/>
              <a:gd name="connsiteY2" fmla="*/ 1214438 h 1228782"/>
            </a:gdLst>
            <a:ahLst/>
            <a:cxnLst>
              <a:cxn ang="0">
                <a:pos x="connsiteX0" y="connsiteY0"/>
              </a:cxn>
              <a:cxn ang="0">
                <a:pos x="connsiteX1" y="connsiteY1"/>
              </a:cxn>
              <a:cxn ang="0">
                <a:pos x="connsiteX2" y="connsiteY2"/>
              </a:cxn>
            </a:cxnLst>
            <a:rect l="l" t="t" r="r" b="b"/>
            <a:pathLst>
              <a:path w="4838026" h="1228782">
                <a:moveTo>
                  <a:pt x="3957638" y="0"/>
                </a:moveTo>
                <a:cubicBezTo>
                  <a:pt x="4587478" y="427434"/>
                  <a:pt x="5217319" y="854869"/>
                  <a:pt x="4557713" y="1057275"/>
                </a:cubicBezTo>
                <a:cubicBezTo>
                  <a:pt x="3898107" y="1259681"/>
                  <a:pt x="1949053" y="1237059"/>
                  <a:pt x="0" y="1214438"/>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pPr>
              <a:lnSpc>
                <a:spcPct val="150000"/>
              </a:lnSpc>
            </a:pPr>
            <a:r>
              <a:rPr lang="en-US" dirty="0"/>
              <a:t>Statements of services the system should provide</a:t>
            </a:r>
          </a:p>
          <a:p>
            <a:pPr>
              <a:lnSpc>
                <a:spcPct val="150000"/>
              </a:lnSpc>
            </a:pPr>
            <a:r>
              <a:rPr lang="en-US" dirty="0"/>
              <a:t>How the system should react to particular inputs</a:t>
            </a:r>
          </a:p>
          <a:p>
            <a:pPr>
              <a:lnSpc>
                <a:spcPct val="150000"/>
              </a:lnSpc>
            </a:pPr>
            <a:r>
              <a:rPr lang="en-US" dirty="0"/>
              <a:t>How the system should behave in particular situations</a:t>
            </a:r>
          </a:p>
          <a:p>
            <a:pPr>
              <a:lnSpc>
                <a:spcPct val="150000"/>
              </a:lnSpc>
            </a:pPr>
            <a:r>
              <a:rPr lang="en-US" dirty="0"/>
              <a:t>State what the system should not do.</a:t>
            </a:r>
          </a:p>
          <a:p>
            <a:pPr marL="0" indent="0">
              <a:lnSpc>
                <a:spcPct val="150000"/>
              </a:lnSpc>
              <a:buNone/>
            </a:pPr>
            <a:r>
              <a:rPr lang="en-US" dirty="0">
                <a:sym typeface="Wingdings" pitchFamily="2" charset="2"/>
              </a:rPr>
              <a:t> D</a:t>
            </a:r>
            <a:r>
              <a:rPr lang="en-US" dirty="0"/>
              <a:t>escribe WHAT the system should do!</a:t>
            </a:r>
            <a:endParaRPr lang="en-GB"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7</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816583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52973-26A2-525B-5051-83625F6B28A7}"/>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6E70BC5E-EC5C-7ECD-C4FD-965B6A55A9B7}"/>
              </a:ext>
            </a:extLst>
          </p:cNvPr>
          <p:cNvSpPr>
            <a:spLocks noGrp="1" noChangeArrowheads="1"/>
          </p:cNvSpPr>
          <p:nvPr>
            <p:ph type="title"/>
          </p:nvPr>
        </p:nvSpPr>
        <p:spPr/>
        <p:txBody>
          <a:bodyPr/>
          <a:lstStyle/>
          <a:p>
            <a:r>
              <a:rPr lang="en-GB" dirty="0" err="1"/>
              <a:t>NON-Functional</a:t>
            </a:r>
            <a:r>
              <a:rPr lang="en-GB" dirty="0"/>
              <a:t> requirements</a:t>
            </a:r>
          </a:p>
        </p:txBody>
      </p:sp>
      <p:sp>
        <p:nvSpPr>
          <p:cNvPr id="39939" name="Rectangle 3">
            <a:extLst>
              <a:ext uri="{FF2B5EF4-FFF2-40B4-BE49-F238E27FC236}">
                <a16:creationId xmlns:a16="http://schemas.microsoft.com/office/drawing/2014/main" id="{27D3946A-85C5-3031-1428-ACF1A47CF42F}"/>
              </a:ext>
            </a:extLst>
          </p:cNvPr>
          <p:cNvSpPr>
            <a:spLocks noGrp="1" noChangeArrowheads="1"/>
          </p:cNvSpPr>
          <p:nvPr>
            <p:ph idx="1"/>
          </p:nvPr>
        </p:nvSpPr>
        <p:spPr/>
        <p:txBody>
          <a:bodyPr>
            <a:normAutofit/>
          </a:bodyPr>
          <a:lstStyle/>
          <a:p>
            <a:pPr>
              <a:lnSpc>
                <a:spcPct val="150000"/>
              </a:lnSpc>
            </a:pPr>
            <a:r>
              <a:rPr lang="en-US" dirty="0"/>
              <a:t>Not directly concerned with the specific services delivered by the system to its users. </a:t>
            </a:r>
          </a:p>
          <a:p>
            <a:pPr>
              <a:lnSpc>
                <a:spcPct val="150000"/>
              </a:lnSpc>
            </a:pPr>
            <a:r>
              <a:rPr lang="en-US" dirty="0"/>
              <a:t>Usually specify or constrain characteristics of the system as a whole. </a:t>
            </a:r>
          </a:p>
          <a:p>
            <a:pPr marL="0" indent="0">
              <a:lnSpc>
                <a:spcPct val="150000"/>
              </a:lnSpc>
              <a:buNone/>
            </a:pPr>
            <a:r>
              <a:rPr lang="en-US" dirty="0">
                <a:sym typeface="Wingdings" pitchFamily="2" charset="2"/>
              </a:rPr>
              <a:t> D</a:t>
            </a:r>
            <a:r>
              <a:rPr lang="en-US" dirty="0"/>
              <a:t>escribe HOW WELL the system can conform!</a:t>
            </a:r>
            <a:endParaRPr lang="en-GB" dirty="0"/>
          </a:p>
        </p:txBody>
      </p:sp>
      <p:sp>
        <p:nvSpPr>
          <p:cNvPr id="3" name="Footer Placeholder 2">
            <a:extLst>
              <a:ext uri="{FF2B5EF4-FFF2-40B4-BE49-F238E27FC236}">
                <a16:creationId xmlns:a16="http://schemas.microsoft.com/office/drawing/2014/main" id="{2D11FF3E-D7DE-2CBC-348E-016782AB18DB}"/>
              </a:ext>
            </a:extLst>
          </p:cNvPr>
          <p:cNvSpPr>
            <a:spLocks noGrp="1"/>
          </p:cNvSpPr>
          <p:nvPr>
            <p:ph type="ftr" sz="quarter" idx="11"/>
          </p:nvPr>
        </p:nvSpPr>
        <p:spPr/>
        <p:txBody>
          <a:bodyPr/>
          <a:lstStyle/>
          <a:p>
            <a:r>
              <a:rPr lang="en-US"/>
              <a:t>Chapter 4. Requirements engineering</a:t>
            </a:r>
          </a:p>
        </p:txBody>
      </p:sp>
      <p:sp>
        <p:nvSpPr>
          <p:cNvPr id="6" name="Slide Number Placeholder 5">
            <a:extLst>
              <a:ext uri="{FF2B5EF4-FFF2-40B4-BE49-F238E27FC236}">
                <a16:creationId xmlns:a16="http://schemas.microsoft.com/office/drawing/2014/main" id="{3B87F687-B611-A231-865A-0823BB85F43F}"/>
              </a:ext>
            </a:extLst>
          </p:cNvPr>
          <p:cNvSpPr>
            <a:spLocks noGrp="1"/>
          </p:cNvSpPr>
          <p:nvPr>
            <p:ph type="sldNum" sz="quarter" idx="12"/>
          </p:nvPr>
        </p:nvSpPr>
        <p:spPr/>
        <p:txBody>
          <a:bodyPr/>
          <a:lstStyle/>
          <a:p>
            <a:fld id="{825F70CE-84E9-D04C-9B15-10C693AA0F2A}" type="slidenum">
              <a:rPr lang="en-US" smtClean="0"/>
              <a:pPr/>
              <a:t>8</a:t>
            </a:fld>
            <a:endParaRPr lang="en-US"/>
          </a:p>
        </p:txBody>
      </p:sp>
      <p:sp>
        <p:nvSpPr>
          <p:cNvPr id="7" name="Date Placeholder 6">
            <a:extLst>
              <a:ext uri="{FF2B5EF4-FFF2-40B4-BE49-F238E27FC236}">
                <a16:creationId xmlns:a16="http://schemas.microsoft.com/office/drawing/2014/main" id="{A00FB194-F1CC-A2F1-4699-B8710183DB8D}"/>
              </a:ext>
            </a:extLst>
          </p:cNvPr>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733356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291FC-B4BD-550B-26EC-C2DB3D0C0134}"/>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A585B694-5A0B-3D48-FF39-66879BDD9567}"/>
              </a:ext>
            </a:extLst>
          </p:cNvPr>
          <p:cNvSpPr>
            <a:spLocks noGrp="1" noChangeArrowheads="1"/>
          </p:cNvSpPr>
          <p:nvPr>
            <p:ph type="title"/>
          </p:nvPr>
        </p:nvSpPr>
        <p:spPr/>
        <p:txBody>
          <a:bodyPr/>
          <a:lstStyle/>
          <a:p>
            <a:r>
              <a:rPr lang="en-GB" dirty="0" err="1"/>
              <a:t>NON-Functional</a:t>
            </a:r>
            <a:r>
              <a:rPr lang="en-GB" dirty="0"/>
              <a:t> requirements</a:t>
            </a:r>
          </a:p>
        </p:txBody>
      </p:sp>
      <p:sp>
        <p:nvSpPr>
          <p:cNvPr id="3" name="Footer Placeholder 2">
            <a:extLst>
              <a:ext uri="{FF2B5EF4-FFF2-40B4-BE49-F238E27FC236}">
                <a16:creationId xmlns:a16="http://schemas.microsoft.com/office/drawing/2014/main" id="{74297C87-5FCB-36D7-94B9-981CA171D106}"/>
              </a:ext>
            </a:extLst>
          </p:cNvPr>
          <p:cNvSpPr>
            <a:spLocks noGrp="1"/>
          </p:cNvSpPr>
          <p:nvPr>
            <p:ph type="ftr" sz="quarter" idx="11"/>
          </p:nvPr>
        </p:nvSpPr>
        <p:spPr/>
        <p:txBody>
          <a:bodyPr/>
          <a:lstStyle/>
          <a:p>
            <a:r>
              <a:rPr lang="en-US"/>
              <a:t>Chapter 4. Requirements engineering</a:t>
            </a:r>
          </a:p>
        </p:txBody>
      </p:sp>
      <p:sp>
        <p:nvSpPr>
          <p:cNvPr id="6" name="Slide Number Placeholder 5">
            <a:extLst>
              <a:ext uri="{FF2B5EF4-FFF2-40B4-BE49-F238E27FC236}">
                <a16:creationId xmlns:a16="http://schemas.microsoft.com/office/drawing/2014/main" id="{8223D224-2221-8956-CFB3-C2293E5C375A}"/>
              </a:ext>
            </a:extLst>
          </p:cNvPr>
          <p:cNvSpPr>
            <a:spLocks noGrp="1"/>
          </p:cNvSpPr>
          <p:nvPr>
            <p:ph type="sldNum" sz="quarter" idx="12"/>
          </p:nvPr>
        </p:nvSpPr>
        <p:spPr/>
        <p:txBody>
          <a:bodyPr/>
          <a:lstStyle/>
          <a:p>
            <a:fld id="{825F70CE-84E9-D04C-9B15-10C693AA0F2A}" type="slidenum">
              <a:rPr lang="en-US" smtClean="0"/>
              <a:pPr/>
              <a:t>9</a:t>
            </a:fld>
            <a:endParaRPr lang="en-US"/>
          </a:p>
        </p:txBody>
      </p:sp>
      <p:sp>
        <p:nvSpPr>
          <p:cNvPr id="7" name="Date Placeholder 6">
            <a:extLst>
              <a:ext uri="{FF2B5EF4-FFF2-40B4-BE49-F238E27FC236}">
                <a16:creationId xmlns:a16="http://schemas.microsoft.com/office/drawing/2014/main" id="{5F746B14-1FE3-3FF4-EF65-28BDE57AADF0}"/>
              </a:ext>
            </a:extLst>
          </p:cNvPr>
          <p:cNvSpPr>
            <a:spLocks noGrp="1"/>
          </p:cNvSpPr>
          <p:nvPr>
            <p:ph type="dt" sz="half" idx="4294967295"/>
          </p:nvPr>
        </p:nvSpPr>
        <p:spPr>
          <a:xfrm>
            <a:off x="0" y="6470650"/>
            <a:ext cx="2154238" cy="274638"/>
          </a:xfrm>
        </p:spPr>
        <p:txBody>
          <a:bodyPr/>
          <a:lstStyle/>
          <a:p>
            <a:r>
              <a:rPr lang="en-US"/>
              <a:t>Sep 2019</a:t>
            </a:r>
          </a:p>
        </p:txBody>
      </p:sp>
      <p:pic>
        <p:nvPicPr>
          <p:cNvPr id="8" name="Picture 7" descr="A diagram of a company's requirements&#10;&#10;AI-generated content may be incorrect.">
            <a:extLst>
              <a:ext uri="{FF2B5EF4-FFF2-40B4-BE49-F238E27FC236}">
                <a16:creationId xmlns:a16="http://schemas.microsoft.com/office/drawing/2014/main" id="{4097AA5E-A600-EB97-2C14-CEEB80283312}"/>
              </a:ext>
            </a:extLst>
          </p:cNvPr>
          <p:cNvPicPr>
            <a:picLocks noChangeAspect="1"/>
          </p:cNvPicPr>
          <p:nvPr/>
        </p:nvPicPr>
        <p:blipFill>
          <a:blip r:embed="rId3"/>
          <a:stretch>
            <a:fillRect/>
          </a:stretch>
        </p:blipFill>
        <p:spPr>
          <a:xfrm>
            <a:off x="1358269" y="908720"/>
            <a:ext cx="9479064" cy="5453355"/>
          </a:xfrm>
          <a:prstGeom prst="rect">
            <a:avLst/>
          </a:prstGeom>
        </p:spPr>
      </p:pic>
    </p:spTree>
    <p:extLst>
      <p:ext uri="{BB962C8B-B14F-4D97-AF65-F5344CB8AC3E}">
        <p14:creationId xmlns:p14="http://schemas.microsoft.com/office/powerpoint/2010/main" val="1846559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vs. requirements</a:t>
            </a:r>
            <a:endParaRPr lang="en-GB" dirty="0"/>
          </a:p>
        </p:txBody>
      </p:sp>
      <p:sp>
        <p:nvSpPr>
          <p:cNvPr id="44035" name="Rectangle 3"/>
          <p:cNvSpPr>
            <a:spLocks noGrp="1" noChangeArrowheads="1"/>
          </p:cNvSpPr>
          <p:nvPr>
            <p:ph idx="1"/>
          </p:nvPr>
        </p:nvSpPr>
        <p:spPr/>
        <p:txBody>
          <a:bodyPr>
            <a:normAutofit fontScale="85000" lnSpcReduction="20000"/>
          </a:bodyPr>
          <a:lstStyle/>
          <a:p>
            <a:pPr>
              <a:lnSpc>
                <a:spcPct val="150000"/>
              </a:lnSpc>
            </a:pPr>
            <a:r>
              <a:rPr lang="en-GB" dirty="0"/>
              <a:t>Goal</a:t>
            </a:r>
          </a:p>
          <a:p>
            <a:pPr lvl="1">
              <a:lnSpc>
                <a:spcPct val="150000"/>
              </a:lnSpc>
            </a:pPr>
            <a:r>
              <a:rPr lang="en-GB" dirty="0"/>
              <a:t>A general intention of the user.</a:t>
            </a:r>
          </a:p>
          <a:p>
            <a:pPr lvl="1">
              <a:lnSpc>
                <a:spcPct val="150000"/>
              </a:lnSpc>
            </a:pPr>
            <a:r>
              <a:rPr lang="en-US" dirty="0"/>
              <a:t>U</a:t>
            </a:r>
            <a:r>
              <a:rPr lang="en-US" b="0" i="0" dirty="0">
                <a:effectLst/>
              </a:rPr>
              <a:t>sually high-level and describe the desired end result of a project</a:t>
            </a:r>
            <a:endParaRPr lang="en-GB" b="0" i="0" dirty="0">
              <a:effectLst/>
            </a:endParaRPr>
          </a:p>
          <a:p>
            <a:pPr lvl="1">
              <a:lnSpc>
                <a:spcPct val="150000"/>
              </a:lnSpc>
            </a:pPr>
            <a:r>
              <a:rPr lang="en-GB" dirty="0"/>
              <a:t>Often less volatile</a:t>
            </a:r>
          </a:p>
          <a:p>
            <a:pPr>
              <a:lnSpc>
                <a:spcPct val="150000"/>
              </a:lnSpc>
            </a:pPr>
            <a:r>
              <a:rPr lang="en-GB" dirty="0"/>
              <a:t>Requirements are often</a:t>
            </a:r>
          </a:p>
          <a:p>
            <a:pPr lvl="1">
              <a:lnSpc>
                <a:spcPct val="150000"/>
              </a:lnSpc>
            </a:pPr>
            <a:r>
              <a:rPr lang="en-GB" dirty="0"/>
              <a:t>Concrete</a:t>
            </a:r>
          </a:p>
          <a:p>
            <a:pPr lvl="1">
              <a:lnSpc>
                <a:spcPct val="150000"/>
              </a:lnSpc>
            </a:pPr>
            <a:r>
              <a:rPr lang="en-GB" dirty="0"/>
              <a:t>Measureable</a:t>
            </a:r>
          </a:p>
          <a:p>
            <a:pPr lvl="1">
              <a:lnSpc>
                <a:spcPct val="150000"/>
              </a:lnSpc>
            </a:pPr>
            <a:r>
              <a:rPr lang="en-GB" dirty="0"/>
              <a:t>Testable</a:t>
            </a:r>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10</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3274098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vs. requirements (cont.)</a:t>
            </a:r>
            <a:endParaRPr lang="en-GB"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11</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
        <p:nvSpPr>
          <p:cNvPr id="2" name="Rectangle 1"/>
          <p:cNvSpPr/>
          <p:nvPr/>
        </p:nvSpPr>
        <p:spPr>
          <a:xfrm>
            <a:off x="2180404" y="1988841"/>
            <a:ext cx="5392792" cy="1200329"/>
          </a:xfrm>
          <a:prstGeom prst="rect">
            <a:avLst/>
          </a:prstGeom>
        </p:spPr>
        <p:txBody>
          <a:bodyPr wrap="square">
            <a:spAutoFit/>
          </a:bodyPr>
          <a:lstStyle/>
          <a:p>
            <a:r>
              <a:rPr lang="en-US" b="1" dirty="0"/>
              <a:t>Goal: </a:t>
            </a:r>
          </a:p>
          <a:p>
            <a:r>
              <a:rPr lang="en-US" dirty="0"/>
              <a:t>The system should be </a:t>
            </a:r>
            <a:r>
              <a:rPr lang="en-US" u="sng" dirty="0"/>
              <a:t>easy to use</a:t>
            </a:r>
            <a:r>
              <a:rPr lang="en-US" dirty="0"/>
              <a:t> by medical staff.</a:t>
            </a:r>
          </a:p>
        </p:txBody>
      </p:sp>
      <p:sp>
        <p:nvSpPr>
          <p:cNvPr id="4" name="Rectangle 3"/>
          <p:cNvSpPr/>
          <p:nvPr/>
        </p:nvSpPr>
        <p:spPr>
          <a:xfrm>
            <a:off x="3431704" y="3992812"/>
            <a:ext cx="7017175" cy="1200329"/>
          </a:xfrm>
          <a:prstGeom prst="rect">
            <a:avLst/>
          </a:prstGeom>
        </p:spPr>
        <p:txBody>
          <a:bodyPr wrap="square">
            <a:spAutoFit/>
          </a:bodyPr>
          <a:lstStyle/>
          <a:p>
            <a:r>
              <a:rPr lang="en-US" b="1" dirty="0"/>
              <a:t>Non-functional requirement:</a:t>
            </a:r>
          </a:p>
          <a:p>
            <a:r>
              <a:rPr lang="en-US" dirty="0"/>
              <a:t>Medical staff shall be </a:t>
            </a:r>
            <a:r>
              <a:rPr lang="en-US" u="sng" dirty="0"/>
              <a:t>able to use</a:t>
            </a:r>
            <a:r>
              <a:rPr lang="en-US" dirty="0"/>
              <a:t> all the system functions </a:t>
            </a:r>
            <a:r>
              <a:rPr lang="en-US" u="sng" dirty="0"/>
              <a:t>after four hours of training</a:t>
            </a:r>
            <a:r>
              <a:rPr lang="en-US" dirty="0"/>
              <a:t>.</a:t>
            </a:r>
          </a:p>
        </p:txBody>
      </p:sp>
      <p:sp>
        <p:nvSpPr>
          <p:cNvPr id="8" name="Curved Left Arrow 7"/>
          <p:cNvSpPr/>
          <p:nvPr/>
        </p:nvSpPr>
        <p:spPr>
          <a:xfrm rot="19588655">
            <a:off x="8436117" y="2494509"/>
            <a:ext cx="648072" cy="1368152"/>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9858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Non-functional requirements</a:t>
            </a:r>
          </a:p>
        </p:txBody>
      </p:sp>
      <p:sp>
        <p:nvSpPr>
          <p:cNvPr id="35843" name="Rectangle 3"/>
          <p:cNvSpPr>
            <a:spLocks noGrp="1" noChangeArrowheads="1"/>
          </p:cNvSpPr>
          <p:nvPr>
            <p:ph idx="1"/>
          </p:nvPr>
        </p:nvSpPr>
        <p:spPr/>
        <p:txBody>
          <a:bodyPr/>
          <a:lstStyle/>
          <a:p>
            <a:pPr>
              <a:lnSpc>
                <a:spcPct val="150000"/>
              </a:lnSpc>
            </a:pPr>
            <a:r>
              <a:rPr lang="en-GB" dirty="0"/>
              <a:t>Define system properties and constraints</a:t>
            </a:r>
          </a:p>
          <a:p>
            <a:pPr lvl="1">
              <a:lnSpc>
                <a:spcPct val="150000"/>
              </a:lnSpc>
            </a:pPr>
            <a:r>
              <a:rPr lang="en-GB" dirty="0"/>
              <a:t>Properties: reliability, response time and storage requirements.</a:t>
            </a:r>
          </a:p>
          <a:p>
            <a:pPr lvl="1">
              <a:lnSpc>
                <a:spcPct val="150000"/>
              </a:lnSpc>
            </a:pPr>
            <a:r>
              <a:rPr lang="en-GB" dirty="0"/>
              <a:t>Constraints: I/O device capability, system representations, etc.</a:t>
            </a:r>
          </a:p>
          <a:p>
            <a:pPr>
              <a:lnSpc>
                <a:spcPct val="150000"/>
              </a:lnSpc>
            </a:pPr>
            <a:r>
              <a:rPr lang="en-GB" dirty="0"/>
              <a:t>Non-functional requirements may be more critical than functional requirements. </a:t>
            </a:r>
          </a:p>
          <a:p>
            <a:pPr lvl="1">
              <a:lnSpc>
                <a:spcPct val="150000"/>
              </a:lnSpc>
            </a:pPr>
            <a:r>
              <a:rPr lang="en-GB" dirty="0"/>
              <a:t>If these are not met, the system may be useless.</a:t>
            </a:r>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12</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41976296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stakeholders</a:t>
            </a:r>
            <a:endParaRPr lang="en-US" dirty="0"/>
          </a:p>
        </p:txBody>
      </p:sp>
      <p:sp>
        <p:nvSpPr>
          <p:cNvPr id="3" name="Content Placeholder 2"/>
          <p:cNvSpPr>
            <a:spLocks noGrp="1"/>
          </p:cNvSpPr>
          <p:nvPr>
            <p:ph idx="1"/>
          </p:nvPr>
        </p:nvSpPr>
        <p:spPr/>
        <p:txBody>
          <a:bodyPr>
            <a:normAutofit fontScale="92500" lnSpcReduction="10000"/>
          </a:bodyPr>
          <a:lstStyle/>
          <a:p>
            <a:pPr>
              <a:lnSpc>
                <a:spcPct val="150000"/>
              </a:lnSpc>
            </a:pPr>
            <a:r>
              <a:rPr lang="en-US" dirty="0"/>
              <a:t>Any person or organization who is affected by the system in some way and so who has a legitimate interest</a:t>
            </a:r>
          </a:p>
          <a:p>
            <a:pPr>
              <a:lnSpc>
                <a:spcPct val="150000"/>
              </a:lnSpc>
            </a:pPr>
            <a:r>
              <a:rPr lang="en-US" dirty="0"/>
              <a:t>Stakeholder types</a:t>
            </a:r>
          </a:p>
          <a:p>
            <a:pPr lvl="1">
              <a:lnSpc>
                <a:spcPct val="150000"/>
              </a:lnSpc>
            </a:pPr>
            <a:r>
              <a:rPr lang="en-US" dirty="0"/>
              <a:t>End users</a:t>
            </a:r>
          </a:p>
          <a:p>
            <a:pPr lvl="1">
              <a:lnSpc>
                <a:spcPct val="150000"/>
              </a:lnSpc>
            </a:pPr>
            <a:r>
              <a:rPr lang="en-US" dirty="0"/>
              <a:t>System managers</a:t>
            </a:r>
          </a:p>
          <a:p>
            <a:pPr lvl="1">
              <a:lnSpc>
                <a:spcPct val="150000"/>
              </a:lnSpc>
            </a:pPr>
            <a:r>
              <a:rPr lang="en-US" dirty="0"/>
              <a:t>System owners</a:t>
            </a:r>
          </a:p>
          <a:p>
            <a:pPr lvl="1">
              <a:lnSpc>
                <a:spcPct val="150000"/>
              </a:lnSpc>
            </a:pPr>
            <a:r>
              <a:rPr lang="en-US" dirty="0"/>
              <a:t>External stakeholders</a:t>
            </a:r>
          </a:p>
        </p:txBody>
      </p:sp>
      <p:sp>
        <p:nvSpPr>
          <p:cNvPr id="4" name="Footer Placeholder 3"/>
          <p:cNvSpPr>
            <a:spLocks noGrp="1"/>
          </p:cNvSpPr>
          <p:nvPr>
            <p:ph type="ftr" sz="quarter" idx="11"/>
          </p:nvPr>
        </p:nvSpPr>
        <p:spPr/>
        <p:txBody>
          <a:bodyPr/>
          <a:lstStyle/>
          <a:p>
            <a:r>
              <a:rPr lang="en-US"/>
              <a:t>Chapter 4. Requirements engineering</a:t>
            </a:r>
          </a:p>
        </p:txBody>
      </p:sp>
      <p:sp>
        <p:nvSpPr>
          <p:cNvPr id="5" name="Slide Number Placeholder 4"/>
          <p:cNvSpPr>
            <a:spLocks noGrp="1"/>
          </p:cNvSpPr>
          <p:nvPr>
            <p:ph type="sldNum" sz="quarter" idx="12"/>
          </p:nvPr>
        </p:nvSpPr>
        <p:spPr/>
        <p:txBody>
          <a:bodyPr/>
          <a:lstStyle/>
          <a:p>
            <a:fld id="{825F70CE-84E9-D04C-9B15-10C693AA0F2A}" type="slidenum">
              <a:rPr lang="en-US" smtClean="0"/>
              <a:pPr/>
              <a:t>13</a:t>
            </a:fld>
            <a:endParaRPr lang="en-US"/>
          </a:p>
        </p:txBody>
      </p:sp>
      <p:sp>
        <p:nvSpPr>
          <p:cNvPr id="6" name="Date Placeholder 5"/>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187694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lstStyle/>
          <a:p>
            <a:r>
              <a:rPr lang="en-US" dirty="0">
                <a:solidFill>
                  <a:schemeClr val="bg1">
                    <a:lumMod val="85000"/>
                  </a:schemeClr>
                </a:solidFill>
              </a:rPr>
              <a:t>Functional and non-functional requirements</a:t>
            </a:r>
            <a:endParaRPr lang="en-GB" dirty="0">
              <a:solidFill>
                <a:schemeClr val="bg1">
                  <a:lumMod val="85000"/>
                </a:schemeClr>
              </a:solidFill>
            </a:endParaRPr>
          </a:p>
          <a:p>
            <a:r>
              <a:rPr lang="en-US" dirty="0"/>
              <a:t>Requirements engineering processes</a:t>
            </a:r>
          </a:p>
          <a:p>
            <a:r>
              <a:rPr lang="en-US" dirty="0">
                <a:solidFill>
                  <a:schemeClr val="bg1">
                    <a:lumMod val="85000"/>
                  </a:schemeClr>
                </a:solidFill>
              </a:rPr>
              <a:t>Requirements elicitation</a:t>
            </a:r>
            <a:endParaRPr lang="en-GB" dirty="0">
              <a:solidFill>
                <a:schemeClr val="bg1">
                  <a:lumMod val="85000"/>
                </a:schemeClr>
              </a:solidFill>
            </a:endParaRPr>
          </a:p>
          <a:p>
            <a:r>
              <a:rPr lang="en-US" dirty="0">
                <a:solidFill>
                  <a:schemeClr val="bg1">
                    <a:lumMod val="85000"/>
                  </a:schemeClr>
                </a:solidFill>
              </a:rPr>
              <a:t>Requirements </a:t>
            </a:r>
            <a:r>
              <a:rPr lang="en-GB" dirty="0">
                <a:solidFill>
                  <a:schemeClr val="bg1">
                    <a:lumMod val="85000"/>
                  </a:schemeClr>
                </a:solidFill>
              </a:rPr>
              <a:t>specification</a:t>
            </a:r>
          </a:p>
          <a:p>
            <a:r>
              <a:rPr lang="en-US" dirty="0">
                <a:solidFill>
                  <a:schemeClr val="bg1">
                    <a:lumMod val="85000"/>
                  </a:schemeClr>
                </a:solidFill>
              </a:rPr>
              <a:t>Requirements validation</a:t>
            </a:r>
            <a:endParaRPr lang="en-GB" dirty="0">
              <a:solidFill>
                <a:schemeClr val="bg1">
                  <a:lumMod val="85000"/>
                </a:schemeClr>
              </a:solidFill>
            </a:endParaRPr>
          </a:p>
          <a:p>
            <a:r>
              <a:rPr lang="en-US" dirty="0">
                <a:solidFill>
                  <a:schemeClr val="bg1">
                    <a:lumMod val="85000"/>
                  </a:schemeClr>
                </a:solidFill>
              </a:rPr>
              <a:t>Requirements change</a:t>
            </a:r>
            <a:endParaRPr lang="en-GB" dirty="0">
              <a:solidFill>
                <a:schemeClr val="bg1">
                  <a:lumMod val="85000"/>
                </a:schemeClr>
              </a:solidFill>
            </a:endParaRP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14</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63005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210B-9283-1E37-072C-586711FA1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CA60A-905A-6DD4-9437-A1E3F221DEC9}"/>
              </a:ext>
            </a:extLst>
          </p:cNvPr>
          <p:cNvSpPr>
            <a:spLocks noGrp="1"/>
          </p:cNvSpPr>
          <p:nvPr>
            <p:ph type="title"/>
          </p:nvPr>
        </p:nvSpPr>
        <p:spPr>
          <a:xfrm>
            <a:off x="839416" y="3885224"/>
            <a:ext cx="7390184" cy="1463040"/>
          </a:xfrm>
        </p:spPr>
        <p:txBody>
          <a:bodyPr/>
          <a:lstStyle/>
          <a:p>
            <a:r>
              <a:rPr lang="en-US" dirty="0"/>
              <a:t>REQUIREMENTS ENGINEERING PROCESSES</a:t>
            </a:r>
          </a:p>
        </p:txBody>
      </p:sp>
      <p:sp>
        <p:nvSpPr>
          <p:cNvPr id="15" name="Text Placeholder 14">
            <a:extLst>
              <a:ext uri="{FF2B5EF4-FFF2-40B4-BE49-F238E27FC236}">
                <a16:creationId xmlns:a16="http://schemas.microsoft.com/office/drawing/2014/main" id="{9DFF3DFA-DCDB-BD82-0A67-781FE0819819}"/>
              </a:ext>
            </a:extLst>
          </p:cNvPr>
          <p:cNvSpPr>
            <a:spLocks noGrp="1"/>
          </p:cNvSpPr>
          <p:nvPr>
            <p:ph type="body" idx="1"/>
          </p:nvPr>
        </p:nvSpPr>
        <p:spPr/>
        <p:txBody>
          <a:bodyPr/>
          <a:lstStyle/>
          <a:p>
            <a:endParaRPr lang="nb-NO"/>
          </a:p>
        </p:txBody>
      </p:sp>
      <p:sp>
        <p:nvSpPr>
          <p:cNvPr id="5" name="Footer Placeholder 4">
            <a:extLst>
              <a:ext uri="{FF2B5EF4-FFF2-40B4-BE49-F238E27FC236}">
                <a16:creationId xmlns:a16="http://schemas.microsoft.com/office/drawing/2014/main" id="{7886698F-43D2-01D0-06E6-35E11E2C06AD}"/>
              </a:ext>
            </a:extLst>
          </p:cNvPr>
          <p:cNvSpPr>
            <a:spLocks noGrp="1"/>
          </p:cNvSpPr>
          <p:nvPr>
            <p:ph type="ftr" sz="quarter" idx="11"/>
          </p:nvPr>
        </p:nvSpPr>
        <p:spPr/>
        <p:txBody>
          <a:bodyPr/>
          <a:lstStyle/>
          <a:p>
            <a:r>
              <a:rPr lang="en-US"/>
              <a:t>Chapter 4. Requirements engineering</a:t>
            </a:r>
          </a:p>
        </p:txBody>
      </p:sp>
      <p:sp>
        <p:nvSpPr>
          <p:cNvPr id="6" name="Slide Number Placeholder 5">
            <a:extLst>
              <a:ext uri="{FF2B5EF4-FFF2-40B4-BE49-F238E27FC236}">
                <a16:creationId xmlns:a16="http://schemas.microsoft.com/office/drawing/2014/main" id="{FC9CCEF1-D1A6-B785-B676-208A44B9DBE1}"/>
              </a:ext>
            </a:extLst>
          </p:cNvPr>
          <p:cNvSpPr>
            <a:spLocks noGrp="1"/>
          </p:cNvSpPr>
          <p:nvPr>
            <p:ph type="sldNum" sz="quarter" idx="12"/>
          </p:nvPr>
        </p:nvSpPr>
        <p:spPr/>
        <p:txBody>
          <a:bodyPr/>
          <a:lstStyle/>
          <a:p>
            <a:fld id="{87BA459C-C1F9-AB4D-8E61-68C53B56A064}" type="slidenum">
              <a:rPr lang="en-US" smtClean="0"/>
              <a:pPr/>
              <a:t>15</a:t>
            </a:fld>
            <a:endParaRPr lang="en-US"/>
          </a:p>
        </p:txBody>
      </p:sp>
      <p:sp>
        <p:nvSpPr>
          <p:cNvPr id="4" name="Date Placeholder 3">
            <a:extLst>
              <a:ext uri="{FF2B5EF4-FFF2-40B4-BE49-F238E27FC236}">
                <a16:creationId xmlns:a16="http://schemas.microsoft.com/office/drawing/2014/main" id="{D7D08DA5-3E13-5162-0F88-3BCC52768173}"/>
              </a:ext>
            </a:extLst>
          </p:cNvPr>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08060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Requirements engineering processes</a:t>
            </a:r>
            <a:endParaRPr lang="en-GB" dirty="0"/>
          </a:p>
        </p:txBody>
      </p:sp>
      <p:sp>
        <p:nvSpPr>
          <p:cNvPr id="44035" name="Rectangle 3"/>
          <p:cNvSpPr>
            <a:spLocks noGrp="1" noChangeArrowheads="1"/>
          </p:cNvSpPr>
          <p:nvPr>
            <p:ph idx="1"/>
          </p:nvPr>
        </p:nvSpPr>
        <p:spPr/>
        <p:txBody>
          <a:bodyPr>
            <a:normAutofit/>
          </a:bodyPr>
          <a:lstStyle/>
          <a:p>
            <a:pPr>
              <a:lnSpc>
                <a:spcPct val="150000"/>
              </a:lnSpc>
            </a:pPr>
            <a:r>
              <a:rPr lang="en-GB" dirty="0"/>
              <a:t>Processes to “generate” all requirements</a:t>
            </a:r>
          </a:p>
          <a:p>
            <a:pPr>
              <a:lnSpc>
                <a:spcPct val="150000"/>
              </a:lnSpc>
            </a:pPr>
            <a:r>
              <a:rPr lang="en-GB" dirty="0"/>
              <a:t>Generic activities common to all processes</a:t>
            </a:r>
          </a:p>
          <a:p>
            <a:pPr lvl="1">
              <a:lnSpc>
                <a:spcPct val="150000"/>
              </a:lnSpc>
            </a:pPr>
            <a:r>
              <a:rPr lang="en-GB" dirty="0"/>
              <a:t>Requirements elicitation;</a:t>
            </a:r>
          </a:p>
          <a:p>
            <a:pPr lvl="1">
              <a:lnSpc>
                <a:spcPct val="150000"/>
              </a:lnSpc>
            </a:pPr>
            <a:r>
              <a:rPr lang="en-GB" dirty="0"/>
              <a:t>Requirements specification;</a:t>
            </a:r>
          </a:p>
          <a:p>
            <a:pPr lvl="1">
              <a:lnSpc>
                <a:spcPct val="150000"/>
              </a:lnSpc>
            </a:pPr>
            <a:r>
              <a:rPr lang="en-GB" dirty="0"/>
              <a:t>Requirements validation.</a:t>
            </a:r>
          </a:p>
          <a:p>
            <a:pPr>
              <a:lnSpc>
                <a:spcPct val="150000"/>
              </a:lnSpc>
            </a:pPr>
            <a:r>
              <a:rPr lang="en-GB" dirty="0"/>
              <a:t>In practice, RE is an iterative activity</a:t>
            </a:r>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16</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pic>
        <p:nvPicPr>
          <p:cNvPr id="3074" name="Picture 2" descr="Requirements always Change | Agile Luce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1472786"/>
            <a:ext cx="36576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416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A spiral view of the process</a:t>
            </a:r>
            <a:r>
              <a:rPr lang="en-GB" dirty="0"/>
              <a:t> </a:t>
            </a:r>
            <a:endParaRPr lang="en-US" dirty="0"/>
          </a:p>
        </p:txBody>
      </p:sp>
      <p:sp>
        <p:nvSpPr>
          <p:cNvPr id="6" name="Footer Placeholder 5"/>
          <p:cNvSpPr>
            <a:spLocks noGrp="1"/>
          </p:cNvSpPr>
          <p:nvPr>
            <p:ph type="ftr" sz="quarter" idx="11"/>
          </p:nvPr>
        </p:nvSpPr>
        <p:spPr/>
        <p:txBody>
          <a:bodyPr/>
          <a:lstStyle/>
          <a:p>
            <a:r>
              <a:rPr lang="en-US"/>
              <a:t>Chapter 4. Requirements engineering</a:t>
            </a:r>
          </a:p>
        </p:txBody>
      </p:sp>
      <p:sp>
        <p:nvSpPr>
          <p:cNvPr id="5" name="Slide Number Placeholder 4"/>
          <p:cNvSpPr>
            <a:spLocks noGrp="1"/>
          </p:cNvSpPr>
          <p:nvPr>
            <p:ph type="sldNum" sz="quarter" idx="12"/>
          </p:nvPr>
        </p:nvSpPr>
        <p:spPr/>
        <p:txBody>
          <a:bodyPr/>
          <a:lstStyle/>
          <a:p>
            <a:fld id="{825F70CE-84E9-D04C-9B15-10C693AA0F2A}" type="slidenum">
              <a:rPr lang="en-US" smtClean="0"/>
              <a:pPr/>
              <a:t>17</a:t>
            </a:fld>
            <a:endParaRPr lang="en-US"/>
          </a:p>
        </p:txBody>
      </p:sp>
      <p:sp>
        <p:nvSpPr>
          <p:cNvPr id="2" name="Date Placeholder 1"/>
          <p:cNvSpPr>
            <a:spLocks noGrp="1"/>
          </p:cNvSpPr>
          <p:nvPr>
            <p:ph type="dt" sz="half" idx="4294967295"/>
          </p:nvPr>
        </p:nvSpPr>
        <p:spPr>
          <a:xfrm>
            <a:off x="0" y="6470650"/>
            <a:ext cx="2154238" cy="274638"/>
          </a:xfrm>
        </p:spPr>
        <p:txBody>
          <a:bodyPr/>
          <a:lstStyle/>
          <a:p>
            <a:r>
              <a:rPr lang="en-US"/>
              <a:t>Sep 2019</a:t>
            </a:r>
          </a:p>
        </p:txBody>
      </p:sp>
      <p:pic>
        <p:nvPicPr>
          <p:cNvPr id="4" name="Picture 3" descr="4.12 ReqEngSpiral.eps"/>
          <p:cNvPicPr>
            <a:picLocks noChangeAspect="1"/>
          </p:cNvPicPr>
          <p:nvPr/>
        </p:nvPicPr>
        <p:blipFill>
          <a:blip r:embed="rId2"/>
          <a:stretch>
            <a:fillRect/>
          </a:stretch>
        </p:blipFill>
        <p:spPr>
          <a:xfrm>
            <a:off x="3498850" y="1417638"/>
            <a:ext cx="5751131" cy="4963690"/>
          </a:xfrm>
          <a:prstGeom prst="rect">
            <a:avLst/>
          </a:prstGeom>
        </p:spPr>
      </p:pic>
    </p:spTree>
    <p:extLst>
      <p:ext uri="{BB962C8B-B14F-4D97-AF65-F5344CB8AC3E}">
        <p14:creationId xmlns:p14="http://schemas.microsoft.com/office/powerpoint/2010/main" val="3199134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lstStyle/>
          <a:p>
            <a:r>
              <a:rPr lang="en-US" dirty="0">
                <a:solidFill>
                  <a:schemeClr val="bg1">
                    <a:lumMod val="85000"/>
                  </a:schemeClr>
                </a:solidFill>
              </a:rPr>
              <a:t>Functional and non-functional requirements</a:t>
            </a:r>
            <a:endParaRPr lang="en-GB" dirty="0">
              <a:solidFill>
                <a:schemeClr val="bg1">
                  <a:lumMod val="85000"/>
                </a:schemeClr>
              </a:solidFill>
            </a:endParaRPr>
          </a:p>
          <a:p>
            <a:r>
              <a:rPr lang="en-US" dirty="0">
                <a:solidFill>
                  <a:schemeClr val="bg1">
                    <a:lumMod val="85000"/>
                  </a:schemeClr>
                </a:solidFill>
              </a:rPr>
              <a:t>Requirements engineering processes</a:t>
            </a:r>
          </a:p>
          <a:p>
            <a:r>
              <a:rPr lang="en-US" dirty="0"/>
              <a:t>Requirements elicitation</a:t>
            </a:r>
            <a:endParaRPr lang="en-GB" dirty="0"/>
          </a:p>
          <a:p>
            <a:r>
              <a:rPr lang="en-US" dirty="0">
                <a:solidFill>
                  <a:schemeClr val="bg1">
                    <a:lumMod val="85000"/>
                  </a:schemeClr>
                </a:solidFill>
              </a:rPr>
              <a:t>Requirements </a:t>
            </a:r>
            <a:r>
              <a:rPr lang="en-GB" dirty="0">
                <a:solidFill>
                  <a:schemeClr val="bg1">
                    <a:lumMod val="85000"/>
                  </a:schemeClr>
                </a:solidFill>
              </a:rPr>
              <a:t>specification</a:t>
            </a:r>
          </a:p>
          <a:p>
            <a:r>
              <a:rPr lang="en-US" dirty="0">
                <a:solidFill>
                  <a:schemeClr val="bg1">
                    <a:lumMod val="85000"/>
                  </a:schemeClr>
                </a:solidFill>
              </a:rPr>
              <a:t>Requirements validation</a:t>
            </a:r>
            <a:endParaRPr lang="en-GB" dirty="0">
              <a:solidFill>
                <a:schemeClr val="bg1">
                  <a:lumMod val="85000"/>
                </a:schemeClr>
              </a:solidFill>
            </a:endParaRPr>
          </a:p>
          <a:p>
            <a:r>
              <a:rPr lang="en-US" dirty="0">
                <a:solidFill>
                  <a:schemeClr val="bg1">
                    <a:lumMod val="85000"/>
                  </a:schemeClr>
                </a:solidFill>
              </a:rPr>
              <a:t>Requirements change</a:t>
            </a:r>
            <a:endParaRPr lang="en-GB" dirty="0">
              <a:solidFill>
                <a:schemeClr val="bg1">
                  <a:lumMod val="85000"/>
                </a:schemeClr>
              </a:solidFill>
            </a:endParaRP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18</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181746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a:t>Requirements elicitation and analysis</a:t>
            </a:r>
            <a:endParaRPr lang="en-GB" dirty="0"/>
          </a:p>
        </p:txBody>
      </p:sp>
      <p:sp>
        <p:nvSpPr>
          <p:cNvPr id="7171" name="Rectangle 3"/>
          <p:cNvSpPr>
            <a:spLocks noGrp="1" noChangeArrowheads="1"/>
          </p:cNvSpPr>
          <p:nvPr>
            <p:ph idx="1"/>
          </p:nvPr>
        </p:nvSpPr>
        <p:spPr/>
        <p:txBody>
          <a:bodyPr>
            <a:normAutofit fontScale="92500" lnSpcReduction="10000"/>
          </a:bodyPr>
          <a:lstStyle/>
          <a:p>
            <a:pPr>
              <a:lnSpc>
                <a:spcPct val="150000"/>
              </a:lnSpc>
            </a:pPr>
            <a:r>
              <a:rPr lang="en-GB" dirty="0"/>
              <a:t>~ requirements elicitation or requirements discovery.</a:t>
            </a:r>
          </a:p>
          <a:p>
            <a:pPr>
              <a:lnSpc>
                <a:spcPct val="150000"/>
              </a:lnSpc>
            </a:pPr>
            <a:r>
              <a:rPr lang="en-GB" dirty="0"/>
              <a:t>Work with customers to find out:</a:t>
            </a:r>
          </a:p>
          <a:p>
            <a:pPr lvl="1">
              <a:lnSpc>
                <a:spcPct val="150000"/>
              </a:lnSpc>
            </a:pPr>
            <a:r>
              <a:rPr lang="en-GB" dirty="0"/>
              <a:t>the application domain, the services and the operational constraints (</a:t>
            </a:r>
            <a:r>
              <a:rPr lang="en-US" dirty="0"/>
              <a:t>system performance, hardware constraints, etc.)</a:t>
            </a:r>
            <a:r>
              <a:rPr lang="en-GB" dirty="0"/>
              <a:t>.</a:t>
            </a:r>
          </a:p>
          <a:p>
            <a:pPr>
              <a:lnSpc>
                <a:spcPct val="150000"/>
              </a:lnSpc>
            </a:pPr>
            <a:r>
              <a:rPr lang="en-GB" dirty="0"/>
              <a:t>May involve</a:t>
            </a:r>
          </a:p>
          <a:p>
            <a:pPr lvl="1">
              <a:lnSpc>
                <a:spcPct val="150000"/>
              </a:lnSpc>
            </a:pPr>
            <a:r>
              <a:rPr lang="en-GB" dirty="0"/>
              <a:t>end-users, managers, engineers involved in maintenance, domain experts, trade unions, etc. These are called stakeholders.</a:t>
            </a:r>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19</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82622402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t>Problems of requirements elicitation</a:t>
            </a:r>
            <a:endParaRPr lang="en-GB" dirty="0"/>
          </a:p>
        </p:txBody>
      </p:sp>
      <p:sp>
        <p:nvSpPr>
          <p:cNvPr id="8195" name="Rectangle 3"/>
          <p:cNvSpPr>
            <a:spLocks noGrp="1" noChangeArrowheads="1"/>
          </p:cNvSpPr>
          <p:nvPr>
            <p:ph idx="1"/>
          </p:nvPr>
        </p:nvSpPr>
        <p:spPr/>
        <p:txBody>
          <a:bodyPr>
            <a:normAutofit fontScale="85000" lnSpcReduction="10000"/>
          </a:bodyPr>
          <a:lstStyle/>
          <a:p>
            <a:pPr>
              <a:lnSpc>
                <a:spcPct val="160000"/>
              </a:lnSpc>
            </a:pPr>
            <a:r>
              <a:rPr lang="en-GB" dirty="0"/>
              <a:t>Stakeholders don’t know what they really want.</a:t>
            </a:r>
          </a:p>
          <a:p>
            <a:pPr>
              <a:lnSpc>
                <a:spcPct val="160000"/>
              </a:lnSpc>
            </a:pPr>
            <a:r>
              <a:rPr lang="en-GB" dirty="0"/>
              <a:t>Stakeholders express requirements in their own terms.</a:t>
            </a:r>
          </a:p>
          <a:p>
            <a:pPr>
              <a:lnSpc>
                <a:spcPct val="160000"/>
              </a:lnSpc>
            </a:pPr>
            <a:r>
              <a:rPr lang="en-GB" dirty="0"/>
              <a:t>Different stakeholders may have conflicting requirements.</a:t>
            </a:r>
          </a:p>
          <a:p>
            <a:pPr>
              <a:lnSpc>
                <a:spcPct val="160000"/>
              </a:lnSpc>
            </a:pPr>
            <a:r>
              <a:rPr lang="en-GB" dirty="0"/>
              <a:t>Organisational and political factors may influence the system requirements.</a:t>
            </a:r>
          </a:p>
          <a:p>
            <a:pPr>
              <a:lnSpc>
                <a:spcPct val="160000"/>
              </a:lnSpc>
            </a:pPr>
            <a:r>
              <a:rPr lang="en-GB" dirty="0"/>
              <a:t>The requirements change during the analysis process.</a:t>
            </a:r>
          </a:p>
          <a:p>
            <a:pPr lvl="1">
              <a:lnSpc>
                <a:spcPct val="160000"/>
              </a:lnSpc>
            </a:pPr>
            <a:r>
              <a:rPr lang="en-GB" dirty="0"/>
              <a:t>New stakeholders may emerge and the business environment change.</a:t>
            </a:r>
          </a:p>
        </p:txBody>
      </p:sp>
      <p:sp>
        <p:nvSpPr>
          <p:cNvPr id="5" name="Footer Placeholder 4"/>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20</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356070463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The requirements elicitation and analysis process</a:t>
            </a:r>
            <a:r>
              <a:rPr lang="en-GB"/>
              <a:t> </a:t>
            </a:r>
            <a:endParaRPr lang="en-US"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7" name="Slide Number Placeholder 6"/>
          <p:cNvSpPr>
            <a:spLocks noGrp="1"/>
          </p:cNvSpPr>
          <p:nvPr>
            <p:ph type="sldNum" sz="quarter" idx="12"/>
          </p:nvPr>
        </p:nvSpPr>
        <p:spPr/>
        <p:txBody>
          <a:bodyPr/>
          <a:lstStyle/>
          <a:p>
            <a:fld id="{825F70CE-84E9-D04C-9B15-10C693AA0F2A}" type="slidenum">
              <a:rPr lang="en-US" smtClean="0"/>
              <a:pPr/>
              <a:t>21</a:t>
            </a:fld>
            <a:endParaRPr lang="en-US"/>
          </a:p>
        </p:txBody>
      </p:sp>
      <p:sp>
        <p:nvSpPr>
          <p:cNvPr id="8" name="Date Placeholder 7"/>
          <p:cNvSpPr>
            <a:spLocks noGrp="1"/>
          </p:cNvSpPr>
          <p:nvPr>
            <p:ph type="dt" sz="half" idx="4294967295"/>
          </p:nvPr>
        </p:nvSpPr>
        <p:spPr>
          <a:xfrm>
            <a:off x="0" y="6470650"/>
            <a:ext cx="2154238" cy="274638"/>
          </a:xfrm>
        </p:spPr>
        <p:txBody>
          <a:bodyPr/>
          <a:lstStyle/>
          <a:p>
            <a:r>
              <a:rPr lang="en-US"/>
              <a:t>Sep 2019</a:t>
            </a:r>
          </a:p>
        </p:txBody>
      </p:sp>
      <p:pic>
        <p:nvPicPr>
          <p:cNvPr id="13824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448" t="35417" r="37109" b="21701"/>
          <a:stretch/>
        </p:blipFill>
        <p:spPr bwMode="auto">
          <a:xfrm>
            <a:off x="2711624" y="1438175"/>
            <a:ext cx="6882712" cy="4871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8201483" y="1183104"/>
            <a:ext cx="2376264" cy="1323439"/>
          </a:xfrm>
          <a:prstGeom prst="rect">
            <a:avLst/>
          </a:prstGeom>
          <a:solidFill>
            <a:schemeClr val="accent5">
              <a:lumMod val="40000"/>
              <a:lumOff val="60000"/>
            </a:schemeClr>
          </a:solidFill>
        </p:spPr>
        <p:txBody>
          <a:bodyPr wrap="square">
            <a:spAutoFit/>
          </a:bodyPr>
          <a:lstStyle/>
          <a:p>
            <a:r>
              <a:rPr lang="en-US" sz="2000" dirty="0"/>
              <a:t>Interacting with stakeholders to discover their requirements.</a:t>
            </a:r>
          </a:p>
        </p:txBody>
      </p:sp>
      <p:sp>
        <p:nvSpPr>
          <p:cNvPr id="5" name="Rectangle 4"/>
          <p:cNvSpPr/>
          <p:nvPr/>
        </p:nvSpPr>
        <p:spPr>
          <a:xfrm>
            <a:off x="8312224" y="4318063"/>
            <a:ext cx="2032248" cy="1938992"/>
          </a:xfrm>
          <a:prstGeom prst="rect">
            <a:avLst/>
          </a:prstGeom>
          <a:solidFill>
            <a:schemeClr val="accent5">
              <a:lumMod val="40000"/>
              <a:lumOff val="60000"/>
            </a:schemeClr>
          </a:solidFill>
        </p:spPr>
        <p:txBody>
          <a:bodyPr wrap="square">
            <a:spAutoFit/>
          </a:bodyPr>
          <a:lstStyle/>
          <a:p>
            <a:r>
              <a:rPr lang="en-GB" sz="2000" dirty="0"/>
              <a:t>Groups related requirements and organises them into coherent clusters</a:t>
            </a:r>
            <a:endParaRPr lang="en-US" sz="2000" dirty="0"/>
          </a:p>
        </p:txBody>
      </p:sp>
      <p:sp>
        <p:nvSpPr>
          <p:cNvPr id="6" name="Rectangle 5"/>
          <p:cNvSpPr/>
          <p:nvPr/>
        </p:nvSpPr>
        <p:spPr>
          <a:xfrm>
            <a:off x="2263317" y="5103464"/>
            <a:ext cx="2448272" cy="1015663"/>
          </a:xfrm>
          <a:prstGeom prst="rect">
            <a:avLst/>
          </a:prstGeom>
          <a:solidFill>
            <a:schemeClr val="accent5">
              <a:lumMod val="40000"/>
              <a:lumOff val="60000"/>
            </a:schemeClr>
          </a:solidFill>
        </p:spPr>
        <p:txBody>
          <a:bodyPr wrap="square">
            <a:spAutoFit/>
          </a:bodyPr>
          <a:lstStyle/>
          <a:p>
            <a:r>
              <a:rPr lang="en-GB" sz="2000" dirty="0"/>
              <a:t>Prioritising requirements and resolving conflicts</a:t>
            </a:r>
            <a:endParaRPr lang="en-US" sz="2000" dirty="0"/>
          </a:p>
        </p:txBody>
      </p:sp>
      <p:sp>
        <p:nvSpPr>
          <p:cNvPr id="10" name="Rectangle 9"/>
          <p:cNvSpPr/>
          <p:nvPr/>
        </p:nvSpPr>
        <p:spPr>
          <a:xfrm>
            <a:off x="1815010" y="1844824"/>
            <a:ext cx="2696815" cy="1015663"/>
          </a:xfrm>
          <a:prstGeom prst="rect">
            <a:avLst/>
          </a:prstGeom>
          <a:solidFill>
            <a:schemeClr val="accent5">
              <a:lumMod val="40000"/>
              <a:lumOff val="60000"/>
            </a:schemeClr>
          </a:solidFill>
        </p:spPr>
        <p:txBody>
          <a:bodyPr wrap="square">
            <a:spAutoFit/>
          </a:bodyPr>
          <a:lstStyle/>
          <a:p>
            <a:r>
              <a:rPr lang="en-GB" sz="2000" dirty="0"/>
              <a:t>Requirements are documented and input into the next round</a:t>
            </a:r>
            <a:endParaRPr lang="en-US" sz="2000" dirty="0"/>
          </a:p>
        </p:txBody>
      </p:sp>
      <p:cxnSp>
        <p:nvCxnSpPr>
          <p:cNvPr id="12" name="Curved Connector 11"/>
          <p:cNvCxnSpPr>
            <a:stCxn id="138242" idx="0"/>
            <a:endCxn id="4" idx="0"/>
          </p:cNvCxnSpPr>
          <p:nvPr/>
        </p:nvCxnSpPr>
        <p:spPr>
          <a:xfrm rot="5400000" flipH="1" flipV="1">
            <a:off x="7643763" y="-307678"/>
            <a:ext cx="255071" cy="3236635"/>
          </a:xfrm>
          <a:prstGeom prst="curvedConnector3">
            <a:avLst>
              <a:gd name="adj1" fmla="val 189622"/>
            </a:avLst>
          </a:prstGeom>
        </p:spPr>
        <p:style>
          <a:lnRef idx="1">
            <a:schemeClr val="accent1"/>
          </a:lnRef>
          <a:fillRef idx="0">
            <a:schemeClr val="accent1"/>
          </a:fillRef>
          <a:effectRef idx="0">
            <a:schemeClr val="accent1"/>
          </a:effectRef>
          <a:fontRef idx="minor">
            <a:schemeClr val="tx1"/>
          </a:fontRef>
        </p:style>
      </p:cxnSp>
      <p:cxnSp>
        <p:nvCxnSpPr>
          <p:cNvPr id="14" name="Curved Connector 13"/>
          <p:cNvCxnSpPr>
            <a:stCxn id="138242" idx="3"/>
            <a:endCxn id="5" idx="3"/>
          </p:cNvCxnSpPr>
          <p:nvPr/>
        </p:nvCxnSpPr>
        <p:spPr>
          <a:xfrm>
            <a:off x="9594336" y="3873747"/>
            <a:ext cx="750136" cy="1413812"/>
          </a:xfrm>
          <a:prstGeom prst="curvedConnector3">
            <a:avLst>
              <a:gd name="adj1" fmla="val 130474"/>
            </a:avLst>
          </a:prstGeom>
        </p:spPr>
        <p:style>
          <a:lnRef idx="1">
            <a:schemeClr val="accent1"/>
          </a:lnRef>
          <a:fillRef idx="0">
            <a:schemeClr val="accent1"/>
          </a:fillRef>
          <a:effectRef idx="0">
            <a:schemeClr val="accent1"/>
          </a:effectRef>
          <a:fontRef idx="minor">
            <a:schemeClr val="tx1"/>
          </a:fontRef>
        </p:style>
      </p:cxnSp>
      <p:cxnSp>
        <p:nvCxnSpPr>
          <p:cNvPr id="17" name="Curved Connector 16"/>
          <p:cNvCxnSpPr>
            <a:stCxn id="138242" idx="2"/>
            <a:endCxn id="6" idx="2"/>
          </p:cNvCxnSpPr>
          <p:nvPr/>
        </p:nvCxnSpPr>
        <p:spPr>
          <a:xfrm rot="5400000" flipH="1">
            <a:off x="4725121" y="4881461"/>
            <a:ext cx="190193" cy="2665527"/>
          </a:xfrm>
          <a:prstGeom prst="curvedConnector3">
            <a:avLst>
              <a:gd name="adj1" fmla="val -120194"/>
            </a:avLst>
          </a:prstGeom>
        </p:spPr>
        <p:style>
          <a:lnRef idx="1">
            <a:schemeClr val="accent1"/>
          </a:lnRef>
          <a:fillRef idx="0">
            <a:schemeClr val="accent1"/>
          </a:fillRef>
          <a:effectRef idx="0">
            <a:schemeClr val="accent1"/>
          </a:effectRef>
          <a:fontRef idx="minor">
            <a:schemeClr val="tx1"/>
          </a:fontRef>
        </p:style>
      </p:cxnSp>
      <p:cxnSp>
        <p:nvCxnSpPr>
          <p:cNvPr id="19" name="Curved Connector 18"/>
          <p:cNvCxnSpPr>
            <a:stCxn id="138242" idx="1"/>
            <a:endCxn id="10" idx="1"/>
          </p:cNvCxnSpPr>
          <p:nvPr/>
        </p:nvCxnSpPr>
        <p:spPr>
          <a:xfrm rot="10800000">
            <a:off x="1815011" y="2352655"/>
            <a:ext cx="896615" cy="1521092"/>
          </a:xfrm>
          <a:prstGeom prst="curvedConnector3">
            <a:avLst>
              <a:gd name="adj1" fmla="val 125496"/>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730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Requirements discovery</a:t>
            </a:r>
            <a:endParaRPr lang="en-US" dirty="0"/>
          </a:p>
        </p:txBody>
      </p:sp>
      <p:sp>
        <p:nvSpPr>
          <p:cNvPr id="3" name="Content Placeholder 2"/>
          <p:cNvSpPr>
            <a:spLocks noGrp="1"/>
          </p:cNvSpPr>
          <p:nvPr>
            <p:ph idx="1"/>
          </p:nvPr>
        </p:nvSpPr>
        <p:spPr/>
        <p:txBody>
          <a:bodyPr/>
          <a:lstStyle/>
          <a:p>
            <a:pPr>
              <a:lnSpc>
                <a:spcPct val="150000"/>
              </a:lnSpc>
            </a:pPr>
            <a:r>
              <a:rPr lang="en-US" dirty="0"/>
              <a:t>To gather information about the required and existing systems and distil the user and system requirements from this information.</a:t>
            </a:r>
          </a:p>
          <a:p>
            <a:pPr>
              <a:lnSpc>
                <a:spcPct val="150000"/>
              </a:lnSpc>
            </a:pPr>
            <a:r>
              <a:rPr lang="en-US" dirty="0"/>
              <a:t>Main concerns:</a:t>
            </a:r>
          </a:p>
          <a:p>
            <a:pPr lvl="1">
              <a:lnSpc>
                <a:spcPct val="150000"/>
              </a:lnSpc>
            </a:pPr>
            <a:r>
              <a:rPr lang="en-US" dirty="0"/>
              <a:t>Stakeholders</a:t>
            </a:r>
          </a:p>
          <a:p>
            <a:pPr lvl="1">
              <a:lnSpc>
                <a:spcPct val="150000"/>
              </a:lnSpc>
            </a:pPr>
            <a:r>
              <a:rPr lang="en-US" dirty="0"/>
              <a:t>Discovery techniques/approaches/…</a:t>
            </a: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22</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359921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Discovery technique - Interviewing</a:t>
            </a:r>
            <a:endParaRPr lang="en-US" dirty="0"/>
          </a:p>
        </p:txBody>
      </p:sp>
      <p:sp>
        <p:nvSpPr>
          <p:cNvPr id="3" name="Content Placeholder 2"/>
          <p:cNvSpPr>
            <a:spLocks noGrp="1"/>
          </p:cNvSpPr>
          <p:nvPr>
            <p:ph idx="1"/>
          </p:nvPr>
        </p:nvSpPr>
        <p:spPr/>
        <p:txBody>
          <a:bodyPr>
            <a:normAutofit fontScale="85000" lnSpcReduction="20000"/>
          </a:bodyPr>
          <a:lstStyle/>
          <a:p>
            <a:pPr>
              <a:lnSpc>
                <a:spcPct val="150000"/>
              </a:lnSpc>
            </a:pPr>
            <a:r>
              <a:rPr lang="en-US" dirty="0"/>
              <a:t>Part of most RE processes.</a:t>
            </a:r>
          </a:p>
          <a:p>
            <a:pPr>
              <a:lnSpc>
                <a:spcPct val="150000"/>
              </a:lnSpc>
            </a:pPr>
            <a:r>
              <a:rPr lang="en-US" dirty="0"/>
              <a:t>Types of interview</a:t>
            </a:r>
          </a:p>
          <a:p>
            <a:pPr lvl="1">
              <a:lnSpc>
                <a:spcPct val="150000"/>
              </a:lnSpc>
            </a:pPr>
            <a:r>
              <a:rPr lang="en-US" dirty="0"/>
              <a:t>Closed vs Open =&gt; mixed?</a:t>
            </a:r>
          </a:p>
          <a:p>
            <a:pPr>
              <a:lnSpc>
                <a:spcPct val="150000"/>
              </a:lnSpc>
            </a:pPr>
            <a:r>
              <a:rPr lang="en-US" dirty="0"/>
              <a:t>Be effective</a:t>
            </a:r>
          </a:p>
          <a:p>
            <a:pPr lvl="1">
              <a:lnSpc>
                <a:spcPct val="150000"/>
              </a:lnSpc>
            </a:pPr>
            <a:r>
              <a:rPr lang="en-US" dirty="0"/>
              <a:t>Be open-minded, avoid pre-conceived ideas about the requirements and are willing to listen to stakeholders. </a:t>
            </a:r>
            <a:endParaRPr lang="en-GB" dirty="0"/>
          </a:p>
          <a:p>
            <a:pPr lvl="1">
              <a:lnSpc>
                <a:spcPct val="150000"/>
              </a:lnSpc>
            </a:pPr>
            <a:r>
              <a:rPr lang="en-US" dirty="0"/>
              <a:t>Prompt the interviewee to get discussions going using a springboard question, a requirements proposal, or by working together on a prototype system. </a:t>
            </a: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23</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pic>
        <p:nvPicPr>
          <p:cNvPr id="6146" name="Picture 2" descr="Interview Questions : Requirement Gathering Analysis Techniq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1892" y="337963"/>
            <a:ext cx="1905000" cy="1866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097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dirty="0"/>
              <a:t>Discovery technique - </a:t>
            </a:r>
            <a:r>
              <a:rPr lang="en-GB" dirty="0"/>
              <a:t>Ethnography</a:t>
            </a:r>
          </a:p>
        </p:txBody>
      </p:sp>
      <p:sp>
        <p:nvSpPr>
          <p:cNvPr id="36867" name="Rectangle 3"/>
          <p:cNvSpPr>
            <a:spLocks noGrp="1" noChangeArrowheads="1"/>
          </p:cNvSpPr>
          <p:nvPr>
            <p:ph idx="1"/>
          </p:nvPr>
        </p:nvSpPr>
        <p:spPr/>
        <p:txBody>
          <a:bodyPr>
            <a:normAutofit fontScale="85000" lnSpcReduction="10000"/>
          </a:bodyPr>
          <a:lstStyle/>
          <a:p>
            <a:pPr>
              <a:lnSpc>
                <a:spcPct val="150000"/>
              </a:lnSpc>
            </a:pPr>
            <a:r>
              <a:rPr lang="en-US" dirty="0"/>
              <a:t>Observational technique </a:t>
            </a:r>
          </a:p>
          <a:p>
            <a:pPr lvl="1">
              <a:lnSpc>
                <a:spcPct val="150000"/>
              </a:lnSpc>
            </a:pPr>
            <a:r>
              <a:rPr lang="en-US" dirty="0"/>
              <a:t>used to understand operational processes and help derive support requirements for these processes</a:t>
            </a:r>
          </a:p>
          <a:p>
            <a:pPr>
              <a:lnSpc>
                <a:spcPct val="150000"/>
              </a:lnSpc>
            </a:pPr>
            <a:r>
              <a:rPr lang="en-GB" dirty="0"/>
              <a:t>How</a:t>
            </a:r>
          </a:p>
          <a:p>
            <a:pPr lvl="1">
              <a:lnSpc>
                <a:spcPct val="150000"/>
              </a:lnSpc>
            </a:pPr>
            <a:r>
              <a:rPr lang="en-GB" dirty="0"/>
              <a:t>A social scientist spends a considerable time observing and analysing how people actually work.</a:t>
            </a:r>
          </a:p>
          <a:p>
            <a:pPr lvl="1">
              <a:lnSpc>
                <a:spcPct val="150000"/>
              </a:lnSpc>
            </a:pPr>
            <a:r>
              <a:rPr lang="en-GB" dirty="0"/>
              <a:t>People do not have to explain or articulate their work.</a:t>
            </a:r>
          </a:p>
          <a:p>
            <a:pPr lvl="1">
              <a:lnSpc>
                <a:spcPct val="150000"/>
              </a:lnSpc>
            </a:pPr>
            <a:r>
              <a:rPr lang="en-GB" dirty="0"/>
              <a:t>Social and organisational factors of importance may be observed.</a:t>
            </a:r>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24</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261861909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lstStyle/>
          <a:p>
            <a:r>
              <a:rPr lang="en-US" dirty="0">
                <a:solidFill>
                  <a:schemeClr val="bg1">
                    <a:lumMod val="85000"/>
                  </a:schemeClr>
                </a:solidFill>
              </a:rPr>
              <a:t>Functional and non-functional requirements</a:t>
            </a:r>
            <a:endParaRPr lang="en-GB" dirty="0">
              <a:solidFill>
                <a:schemeClr val="bg1">
                  <a:lumMod val="85000"/>
                </a:schemeClr>
              </a:solidFill>
            </a:endParaRPr>
          </a:p>
          <a:p>
            <a:r>
              <a:rPr lang="en-US" dirty="0">
                <a:solidFill>
                  <a:schemeClr val="bg1">
                    <a:lumMod val="85000"/>
                  </a:schemeClr>
                </a:solidFill>
              </a:rPr>
              <a:t>Requirements engineering processes</a:t>
            </a:r>
          </a:p>
          <a:p>
            <a:r>
              <a:rPr lang="en-US" dirty="0">
                <a:solidFill>
                  <a:schemeClr val="bg1">
                    <a:lumMod val="85000"/>
                  </a:schemeClr>
                </a:solidFill>
              </a:rPr>
              <a:t>Requirements elicitation</a:t>
            </a:r>
            <a:endParaRPr lang="en-GB" dirty="0">
              <a:solidFill>
                <a:schemeClr val="bg1">
                  <a:lumMod val="85000"/>
                </a:schemeClr>
              </a:solidFill>
            </a:endParaRPr>
          </a:p>
          <a:p>
            <a:r>
              <a:rPr lang="en-US" dirty="0"/>
              <a:t>Requirements </a:t>
            </a:r>
            <a:r>
              <a:rPr lang="en-GB" dirty="0"/>
              <a:t>specification</a:t>
            </a:r>
          </a:p>
          <a:p>
            <a:r>
              <a:rPr lang="en-US" dirty="0">
                <a:solidFill>
                  <a:schemeClr val="bg1">
                    <a:lumMod val="85000"/>
                  </a:schemeClr>
                </a:solidFill>
              </a:rPr>
              <a:t>Requirements validation</a:t>
            </a:r>
            <a:endParaRPr lang="en-GB" dirty="0">
              <a:solidFill>
                <a:schemeClr val="bg1">
                  <a:lumMod val="85000"/>
                </a:schemeClr>
              </a:solidFill>
            </a:endParaRPr>
          </a:p>
          <a:p>
            <a:r>
              <a:rPr lang="en-US" dirty="0">
                <a:solidFill>
                  <a:schemeClr val="bg1">
                    <a:lumMod val="85000"/>
                  </a:schemeClr>
                </a:solidFill>
              </a:rPr>
              <a:t>Requirements change</a:t>
            </a:r>
            <a:endParaRPr lang="en-GB" dirty="0">
              <a:solidFill>
                <a:schemeClr val="bg1">
                  <a:lumMod val="85000"/>
                </a:schemeClr>
              </a:solidFill>
            </a:endParaRP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25</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2434119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Requirements specification</a:t>
            </a:r>
            <a:endParaRPr lang="en-US" dirty="0"/>
          </a:p>
        </p:txBody>
      </p:sp>
      <p:sp>
        <p:nvSpPr>
          <p:cNvPr id="15" name="Text Placeholder 14"/>
          <p:cNvSpPr>
            <a:spLocks noGrp="1"/>
          </p:cNvSpPr>
          <p:nvPr>
            <p:ph type="body" idx="1"/>
          </p:nvPr>
        </p:nvSpPr>
        <p:spPr/>
        <p:txBody>
          <a:bodyPr/>
          <a:lstStyle/>
          <a:p>
            <a:endParaRPr lang="nb-NO"/>
          </a:p>
        </p:txBody>
      </p:sp>
      <p:sp>
        <p:nvSpPr>
          <p:cNvPr id="5" name="Footer Placeholder 4"/>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7BA459C-C1F9-AB4D-8E61-68C53B56A064}" type="slidenum">
              <a:rPr lang="en-US" smtClean="0"/>
              <a:pPr/>
              <a:t>26</a:t>
            </a:fld>
            <a:endParaRPr lang="en-US"/>
          </a:p>
        </p:txBody>
      </p:sp>
      <p:sp>
        <p:nvSpPr>
          <p:cNvPr id="4" name="Date Placeholder 3"/>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655384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Requirements specification</a:t>
            </a:r>
            <a:endParaRPr lang="en-US" dirty="0"/>
          </a:p>
        </p:txBody>
      </p:sp>
      <p:sp>
        <p:nvSpPr>
          <p:cNvPr id="3" name="Content Placeholder 2"/>
          <p:cNvSpPr>
            <a:spLocks noGrp="1"/>
          </p:cNvSpPr>
          <p:nvPr>
            <p:ph idx="1"/>
          </p:nvPr>
        </p:nvSpPr>
        <p:spPr/>
        <p:txBody>
          <a:bodyPr>
            <a:normAutofit fontScale="85000" lnSpcReduction="10000"/>
          </a:bodyPr>
          <a:lstStyle/>
          <a:p>
            <a:pPr>
              <a:lnSpc>
                <a:spcPct val="150000"/>
              </a:lnSpc>
            </a:pPr>
            <a:r>
              <a:rPr lang="en-US" dirty="0"/>
              <a:t>The process of writing down the user and system requirements in a requirements document.</a:t>
            </a:r>
          </a:p>
          <a:p>
            <a:pPr>
              <a:lnSpc>
                <a:spcPct val="150000"/>
              </a:lnSpc>
            </a:pPr>
            <a:r>
              <a:rPr lang="en-US" dirty="0"/>
              <a:t>Notes:</a:t>
            </a:r>
          </a:p>
          <a:p>
            <a:pPr lvl="1">
              <a:lnSpc>
                <a:spcPct val="150000"/>
              </a:lnSpc>
            </a:pPr>
            <a:r>
              <a:rPr lang="en-US" dirty="0"/>
              <a:t>User requirements have to be understandable by end-users and customers who do not have a technical background.</a:t>
            </a:r>
          </a:p>
          <a:p>
            <a:pPr lvl="1">
              <a:lnSpc>
                <a:spcPct val="150000"/>
              </a:lnSpc>
            </a:pPr>
            <a:r>
              <a:rPr lang="en-US" dirty="0"/>
              <a:t>System requirements are more detailed requirements and may include more technical information.</a:t>
            </a:r>
          </a:p>
          <a:p>
            <a:pPr lvl="1">
              <a:lnSpc>
                <a:spcPct val="150000"/>
              </a:lnSpc>
            </a:pPr>
            <a:r>
              <a:rPr lang="en-US" dirty="0"/>
              <a:t>The requirements may be part of a contract for the system development</a:t>
            </a: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27</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121879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Ways of writing a system requirements specification </a:t>
            </a:r>
            <a:endParaRPr lang="en-US"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7" name="Slide Number Placeholder 6"/>
          <p:cNvSpPr>
            <a:spLocks noGrp="1"/>
          </p:cNvSpPr>
          <p:nvPr>
            <p:ph type="sldNum" sz="quarter" idx="12"/>
          </p:nvPr>
        </p:nvSpPr>
        <p:spPr/>
        <p:txBody>
          <a:bodyPr/>
          <a:lstStyle/>
          <a:p>
            <a:fld id="{825F70CE-84E9-D04C-9B15-10C693AA0F2A}" type="slidenum">
              <a:rPr lang="en-US" smtClean="0"/>
              <a:pPr/>
              <a:t>28</a:t>
            </a:fld>
            <a:endParaRPr lang="en-US"/>
          </a:p>
        </p:txBody>
      </p:sp>
      <p:sp>
        <p:nvSpPr>
          <p:cNvPr id="8" name="Date Placeholder 7"/>
          <p:cNvSpPr>
            <a:spLocks noGrp="1"/>
          </p:cNvSpPr>
          <p:nvPr>
            <p:ph type="dt" sz="half" idx="4294967295"/>
          </p:nvPr>
        </p:nvSpPr>
        <p:spPr>
          <a:xfrm>
            <a:off x="0" y="6470650"/>
            <a:ext cx="2154238" cy="274638"/>
          </a:xfrm>
        </p:spPr>
        <p:txBody>
          <a:bodyPr/>
          <a:lstStyle/>
          <a:p>
            <a:r>
              <a:rPr lang="en-US"/>
              <a:t>Sep 2019</a:t>
            </a:r>
          </a:p>
        </p:txBody>
      </p:sp>
      <p:graphicFrame>
        <p:nvGraphicFramePr>
          <p:cNvPr id="5" name="Table 4"/>
          <p:cNvGraphicFramePr>
            <a:graphicFrameLocks noGrp="1"/>
          </p:cNvGraphicFramePr>
          <p:nvPr/>
        </p:nvGraphicFramePr>
        <p:xfrm>
          <a:off x="1720280" y="1290442"/>
          <a:ext cx="8784977" cy="4907280"/>
        </p:xfrm>
        <a:graphic>
          <a:graphicData uri="http://schemas.openxmlformats.org/drawingml/2006/table">
            <a:tbl>
              <a:tblPr/>
              <a:tblGrid>
                <a:gridCol w="2232249">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a:ea typeface="Times New Roman" charset="0"/>
                          <a:cs typeface="Arial"/>
                        </a:rPr>
                        <a:t>Notation</a:t>
                      </a:r>
                      <a:endParaRPr kumimoji="0" lang="en-US" sz="20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011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70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Natural language statements on a standard form or template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7296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Uses a language like a programming language, but with more abstract features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45886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Graphical models, supplemented by text annotations (best for functional requirements);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73279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Based on mathematical concepts such as finite-state machines or sets; Can reduce the ambiguity but hard to understand (and hard to check manually)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51495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Ways of writing a system requirements specification </a:t>
            </a:r>
            <a:endParaRPr lang="en-US"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7" name="Slide Number Placeholder 6"/>
          <p:cNvSpPr>
            <a:spLocks noGrp="1"/>
          </p:cNvSpPr>
          <p:nvPr>
            <p:ph type="sldNum" sz="quarter" idx="12"/>
          </p:nvPr>
        </p:nvSpPr>
        <p:spPr/>
        <p:txBody>
          <a:bodyPr/>
          <a:lstStyle/>
          <a:p>
            <a:fld id="{825F70CE-84E9-D04C-9B15-10C693AA0F2A}" type="slidenum">
              <a:rPr lang="en-US" smtClean="0"/>
              <a:pPr/>
              <a:t>29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83133449"/>
              </p:ext>
            </p:extLst>
          </p:nvPr>
        </p:nvGraphicFramePr>
        <p:xfrm>
          <a:off x="1720280" y="1290442"/>
          <a:ext cx="8784977" cy="1188720"/>
        </p:xfrm>
        <a:graphic>
          <a:graphicData uri="http://schemas.openxmlformats.org/drawingml/2006/table">
            <a:tbl>
              <a:tblPr/>
              <a:tblGrid>
                <a:gridCol w="2232249">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a:ea typeface="Times New Roman" charset="0"/>
                          <a:cs typeface="Arial"/>
                        </a:rPr>
                        <a:t>Notation</a:t>
                      </a:r>
                      <a:endParaRPr kumimoji="0" lang="en-US" sz="20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011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bl>
          </a:graphicData>
        </a:graphic>
      </p:graphicFrame>
      <p:sp>
        <p:nvSpPr>
          <p:cNvPr id="4" name="Content Placeholder 2">
            <a:extLst>
              <a:ext uri="{FF2B5EF4-FFF2-40B4-BE49-F238E27FC236}">
                <a16:creationId xmlns:a16="http://schemas.microsoft.com/office/drawing/2014/main" id="{3A60F4A5-C3E9-3D94-0C28-665DE50441D3}"/>
              </a:ext>
            </a:extLst>
          </p:cNvPr>
          <p:cNvSpPr txBox="1">
            <a:spLocks/>
          </p:cNvSpPr>
          <p:nvPr/>
        </p:nvSpPr>
        <p:spPr>
          <a:xfrm>
            <a:off x="1024126" y="2780928"/>
            <a:ext cx="10786872" cy="3528433"/>
          </a:xfrm>
          <a:prstGeom prst="rect">
            <a:avLst/>
          </a:prstGeom>
        </p:spPr>
        <p:txBody>
          <a:bodyPr>
            <a:normAutofit/>
          </a:bodyPr>
          <a:lst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pPr marL="0" indent="0" fontAlgn="auto">
              <a:lnSpc>
                <a:spcPct val="100000"/>
              </a:lnSpc>
              <a:buFont typeface="Wingdings" panose="05000000000000000000" pitchFamily="2" charset="2"/>
              <a:buNone/>
            </a:pPr>
            <a:r>
              <a:rPr lang="en-US" sz="2000">
                <a:solidFill>
                  <a:srgbClr val="374151"/>
                </a:solidFill>
                <a:latin typeface="Times New Roman" panose="02020603050405020304" pitchFamily="18" charset="0"/>
              </a:rPr>
              <a:t>Waste collection is often designated to an organization that provides professional waste management services. A typical waste collection process involves (1) back officers, who operate a central system to create calendar, coordinate front collectors and janitors ,(2) collectors, who drive different types of vehicles and (3) janitors who manually collect garbage from Major Collecting Points (MCPs). Calendar and tasks were assigned among teams of janitors and coordinated by back officers. These assignments are often arranged in a weekly basic. Back officers also plan which vehicles to use and their routes. This planning activity happens every month. Everyday, the back officers sent messages with information about collecting route and time to collectors and janitors. Janitors use trollers (see Figure 1b) to collect garbage in their assigned areas and deliver to the MCPs. Collectors will pick up garbage from all janitors at an MCP. One collector drives only one vehicle during his working shift. The collector will drive through several MCPs with a predetermined route by back officers.</a:t>
            </a:r>
            <a:endParaRPr lang="nb-NO"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Ways of writing a system requirements specification </a:t>
            </a:r>
            <a:endParaRPr lang="en-US"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7" name="Slide Number Placeholder 6"/>
          <p:cNvSpPr>
            <a:spLocks noGrp="1"/>
          </p:cNvSpPr>
          <p:nvPr>
            <p:ph type="sldNum" sz="quarter" idx="12"/>
          </p:nvPr>
        </p:nvSpPr>
        <p:spPr/>
        <p:txBody>
          <a:bodyPr/>
          <a:lstStyle/>
          <a:p>
            <a:fld id="{825F70CE-84E9-D04C-9B15-10C693AA0F2A}" type="slidenum">
              <a:rPr lang="en-US" smtClean="0"/>
              <a:pPr/>
              <a:t>30</a:t>
            </a:fld>
            <a:endParaRPr lang="en-US"/>
          </a:p>
        </p:txBody>
      </p:sp>
      <p:graphicFrame>
        <p:nvGraphicFramePr>
          <p:cNvPr id="5" name="Table 4"/>
          <p:cNvGraphicFramePr>
            <a:graphicFrameLocks noGrp="1"/>
          </p:cNvGraphicFramePr>
          <p:nvPr/>
        </p:nvGraphicFramePr>
        <p:xfrm>
          <a:off x="1720280" y="1290442"/>
          <a:ext cx="8784977" cy="1188720"/>
        </p:xfrm>
        <a:graphic>
          <a:graphicData uri="http://schemas.openxmlformats.org/drawingml/2006/table">
            <a:tbl>
              <a:tblPr/>
              <a:tblGrid>
                <a:gridCol w="2232249">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a:ea typeface="Times New Roman" charset="0"/>
                          <a:cs typeface="Arial"/>
                        </a:rPr>
                        <a:t>Notation</a:t>
                      </a:r>
                      <a:endParaRPr kumimoji="0" lang="en-US" sz="20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011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bl>
          </a:graphicData>
        </a:graphic>
      </p:graphicFrame>
      <p:sp>
        <p:nvSpPr>
          <p:cNvPr id="2" name="Content Placeholder 2">
            <a:extLst>
              <a:ext uri="{FF2B5EF4-FFF2-40B4-BE49-F238E27FC236}">
                <a16:creationId xmlns:a16="http://schemas.microsoft.com/office/drawing/2014/main" id="{747A7340-77F9-2DE3-39A8-8D9F22C810D4}"/>
              </a:ext>
            </a:extLst>
          </p:cNvPr>
          <p:cNvSpPr txBox="1">
            <a:spLocks/>
          </p:cNvSpPr>
          <p:nvPr/>
        </p:nvSpPr>
        <p:spPr>
          <a:xfrm>
            <a:off x="702564" y="2505631"/>
            <a:ext cx="10786872" cy="3528433"/>
          </a:xfrm>
          <a:prstGeom prst="rect">
            <a:avLst/>
          </a:prstGeom>
        </p:spPr>
        <p:txBody>
          <a:bodyPr>
            <a:noAutofit/>
          </a:bodyPr>
          <a:lst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pPr fontAlgn="auto">
              <a:lnSpc>
                <a:spcPct val="120000"/>
              </a:lnSpc>
            </a:pPr>
            <a:r>
              <a:rPr lang="en-US" sz="2400" dirty="0"/>
              <a:t>Used for writing requirements because it is expressive, intuitive and universal. </a:t>
            </a:r>
          </a:p>
          <a:p>
            <a:pPr lvl="1" fontAlgn="auto">
              <a:lnSpc>
                <a:spcPct val="120000"/>
              </a:lnSpc>
            </a:pPr>
            <a:r>
              <a:rPr lang="en-US" sz="2400" dirty="0"/>
              <a:t>The requirements can be understood by users and customers.</a:t>
            </a:r>
          </a:p>
          <a:p>
            <a:pPr fontAlgn="auto">
              <a:lnSpc>
                <a:spcPct val="120000"/>
              </a:lnSpc>
            </a:pPr>
            <a:r>
              <a:rPr lang="en-US" sz="2400" dirty="0"/>
              <a:t>Problems</a:t>
            </a:r>
          </a:p>
          <a:p>
            <a:pPr lvl="1" fontAlgn="auto">
              <a:lnSpc>
                <a:spcPct val="120000"/>
              </a:lnSpc>
            </a:pPr>
            <a:r>
              <a:rPr lang="en-GB" sz="2400" dirty="0"/>
              <a:t>Lack of clarity: Precision is difficult without making the document difficult to read.</a:t>
            </a:r>
          </a:p>
          <a:p>
            <a:pPr lvl="1" fontAlgn="auto">
              <a:lnSpc>
                <a:spcPct val="120000"/>
              </a:lnSpc>
            </a:pPr>
            <a:r>
              <a:rPr lang="en-GB" sz="2400" dirty="0"/>
              <a:t>Requirements confusion: Functional and non-functional requirements tend to be mixed-up.</a:t>
            </a:r>
          </a:p>
          <a:p>
            <a:pPr lvl="1" fontAlgn="auto">
              <a:lnSpc>
                <a:spcPct val="120000"/>
              </a:lnSpc>
            </a:pPr>
            <a:r>
              <a:rPr lang="en-GB" sz="2400" dirty="0"/>
              <a:t>Requirements amalgamation: Several different requirements may be expressed together.</a:t>
            </a:r>
          </a:p>
        </p:txBody>
      </p:sp>
    </p:spTree>
    <p:extLst>
      <p:ext uri="{BB962C8B-B14F-4D97-AF65-F5344CB8AC3E}">
        <p14:creationId xmlns:p14="http://schemas.microsoft.com/office/powerpoint/2010/main" val="1375046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Structured specifications</a:t>
            </a:r>
            <a:endParaRPr lang="en-US" dirty="0"/>
          </a:p>
        </p:txBody>
      </p:sp>
      <p:sp>
        <p:nvSpPr>
          <p:cNvPr id="3" name="Content Placeholder 2"/>
          <p:cNvSpPr>
            <a:spLocks noGrp="1"/>
          </p:cNvSpPr>
          <p:nvPr>
            <p:ph idx="1"/>
          </p:nvPr>
        </p:nvSpPr>
        <p:spPr>
          <a:xfrm>
            <a:off x="1024128" y="2636912"/>
            <a:ext cx="10786872" cy="3672449"/>
          </a:xfrm>
        </p:spPr>
        <p:txBody>
          <a:bodyPr>
            <a:normAutofit lnSpcReduction="10000"/>
          </a:bodyPr>
          <a:lstStyle/>
          <a:p>
            <a:r>
              <a:rPr lang="en-GB" dirty="0"/>
              <a:t>Writing on a standard form or template:</a:t>
            </a:r>
          </a:p>
          <a:p>
            <a:pPr lvl="1"/>
            <a:r>
              <a:rPr lang="en-GB" dirty="0"/>
              <a:t>Name</a:t>
            </a:r>
          </a:p>
          <a:p>
            <a:pPr lvl="1"/>
            <a:r>
              <a:rPr lang="en-GB" dirty="0"/>
              <a:t>Inputs, outputs</a:t>
            </a:r>
          </a:p>
          <a:p>
            <a:pPr lvl="1"/>
            <a:r>
              <a:rPr lang="en-GB" dirty="0"/>
              <a:t>The information needed for the computation</a:t>
            </a:r>
          </a:p>
          <a:p>
            <a:pPr lvl="1"/>
            <a:r>
              <a:rPr lang="en-GB" dirty="0"/>
              <a:t>Action</a:t>
            </a:r>
          </a:p>
          <a:p>
            <a:pPr lvl="1"/>
            <a:r>
              <a:rPr lang="en-GB" dirty="0"/>
              <a:t>Pre and post conditions (if appropriate)</a:t>
            </a:r>
          </a:p>
          <a:p>
            <a:pPr lvl="1"/>
            <a:r>
              <a:rPr lang="en-GB" dirty="0"/>
              <a:t>The side effects (if any)</a:t>
            </a:r>
          </a:p>
          <a:p>
            <a:r>
              <a:rPr lang="en-GB" dirty="0"/>
              <a:t>Writing in a boiler plate template</a:t>
            </a:r>
            <a:endParaRPr lang="en-US"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31</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graphicFrame>
        <p:nvGraphicFramePr>
          <p:cNvPr id="4" name="Table 3">
            <a:extLst>
              <a:ext uri="{FF2B5EF4-FFF2-40B4-BE49-F238E27FC236}">
                <a16:creationId xmlns:a16="http://schemas.microsoft.com/office/drawing/2014/main" id="{F35D74B6-A6A6-D7C9-03EE-E5397BD69EEA}"/>
              </a:ext>
            </a:extLst>
          </p:cNvPr>
          <p:cNvGraphicFramePr>
            <a:graphicFrameLocks noGrp="1"/>
          </p:cNvGraphicFramePr>
          <p:nvPr>
            <p:extLst>
              <p:ext uri="{D42A27DB-BD31-4B8C-83A1-F6EECF244321}">
                <p14:modId xmlns:p14="http://schemas.microsoft.com/office/powerpoint/2010/main" val="1743661483"/>
              </p:ext>
            </p:extLst>
          </p:nvPr>
        </p:nvGraphicFramePr>
        <p:xfrm>
          <a:off x="1199456" y="1196752"/>
          <a:ext cx="8784977" cy="1188720"/>
        </p:xfrm>
        <a:graphic>
          <a:graphicData uri="http://schemas.openxmlformats.org/drawingml/2006/table">
            <a:tbl>
              <a:tblPr/>
              <a:tblGrid>
                <a:gridCol w="2232249">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a:ea typeface="Times New Roman" charset="0"/>
                          <a:cs typeface="Arial"/>
                        </a:rPr>
                        <a:t>Notation</a:t>
                      </a:r>
                      <a:endParaRPr kumimoji="0" lang="en-US" sz="20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70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rgbClr val="000000"/>
                          </a:solidFill>
                          <a:effectLst/>
                          <a:latin typeface="Arial"/>
                          <a:ea typeface="Times New Roman" charset="0"/>
                          <a:cs typeface="Arial"/>
                        </a:rPr>
                        <a:t>Natural language statements on a standard form or template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02789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ADD9D04-B5C8-74E2-A368-4CAD852140DA}"/>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EF4753FB-4017-0381-B968-D9F816E79629}"/>
              </a:ext>
            </a:extLst>
          </p:cNvPr>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graphicFrame>
        <p:nvGraphicFramePr>
          <p:cNvPr id="6" name="Table 5">
            <a:extLst>
              <a:ext uri="{FF2B5EF4-FFF2-40B4-BE49-F238E27FC236}">
                <a16:creationId xmlns:a16="http://schemas.microsoft.com/office/drawing/2014/main" id="{FE78DC43-8BB9-A102-F34C-B2FB0EFD0272}"/>
              </a:ext>
            </a:extLst>
          </p:cNvPr>
          <p:cNvGraphicFramePr>
            <a:graphicFrameLocks noGrp="1"/>
          </p:cNvGraphicFramePr>
          <p:nvPr>
            <p:extLst>
              <p:ext uri="{D42A27DB-BD31-4B8C-83A1-F6EECF244321}">
                <p14:modId xmlns:p14="http://schemas.microsoft.com/office/powerpoint/2010/main" val="3132868026"/>
              </p:ext>
            </p:extLst>
          </p:nvPr>
        </p:nvGraphicFramePr>
        <p:xfrm>
          <a:off x="2197457" y="0"/>
          <a:ext cx="7797086" cy="6858000"/>
        </p:xfrm>
        <a:graphic>
          <a:graphicData uri="http://schemas.openxmlformats.org/drawingml/2006/table">
            <a:tbl>
              <a:tblPr firstRow="1" bandRow="1">
                <a:tableStyleId>{FABFCF23-3B69-468F-B69F-88F6DE6A72F2}</a:tableStyleId>
              </a:tblPr>
              <a:tblGrid>
                <a:gridCol w="1450363">
                  <a:extLst>
                    <a:ext uri="{9D8B030D-6E8A-4147-A177-3AD203B41FA5}">
                      <a16:colId xmlns:a16="http://schemas.microsoft.com/office/drawing/2014/main" val="20000"/>
                    </a:ext>
                  </a:extLst>
                </a:gridCol>
                <a:gridCol w="6346723">
                  <a:extLst>
                    <a:ext uri="{9D8B030D-6E8A-4147-A177-3AD203B41FA5}">
                      <a16:colId xmlns:a16="http://schemas.microsoft.com/office/drawing/2014/main" val="20001"/>
                    </a:ext>
                  </a:extLst>
                </a:gridCol>
              </a:tblGrid>
              <a:tr h="296987">
                <a:tc gridSpan="2">
                  <a:txBody>
                    <a:bodyPr/>
                    <a:lstStyle/>
                    <a:p>
                      <a:r>
                        <a:rPr lang="en-GB" sz="1800" u="sng" dirty="0"/>
                        <a:t>Insulin Pump/Control Software/SRS/3.3.2</a:t>
                      </a:r>
                      <a:endParaRPr lang="en-US" sz="1800" dirty="0"/>
                    </a:p>
                  </a:txBody>
                  <a:tcPr/>
                </a:tc>
                <a:tc hMerge="1">
                  <a:txBody>
                    <a:bodyPr/>
                    <a:lstStyle/>
                    <a:p>
                      <a:endParaRPr lang="en-US" dirty="0"/>
                    </a:p>
                  </a:txBody>
                  <a:tcPr/>
                </a:tc>
                <a:extLst>
                  <a:ext uri="{0D108BD9-81ED-4DB2-BD59-A6C34878D82A}">
                    <a16:rowId xmlns:a16="http://schemas.microsoft.com/office/drawing/2014/main" val="10000"/>
                  </a:ext>
                </a:extLst>
              </a:tr>
              <a:tr h="296987">
                <a:tc>
                  <a:txBody>
                    <a:bodyPr/>
                    <a:lstStyle/>
                    <a:p>
                      <a:r>
                        <a:rPr lang="en-GB" sz="1800" dirty="0"/>
                        <a:t>Function</a:t>
                      </a:r>
                      <a:endParaRPr lang="en-US" sz="1800" b="1" dirty="0"/>
                    </a:p>
                  </a:txBody>
                  <a:tcPr/>
                </a:tc>
                <a:tc>
                  <a:txBody>
                    <a:bodyPr/>
                    <a:lstStyle/>
                    <a:p>
                      <a:r>
                        <a:rPr lang="en-GB" sz="1800" dirty="0"/>
                        <a:t>Compute insulin dose: safe sugar level</a:t>
                      </a:r>
                      <a:endParaRPr lang="en-US" sz="1800" dirty="0"/>
                    </a:p>
                  </a:txBody>
                  <a:tcPr/>
                </a:tc>
                <a:extLst>
                  <a:ext uri="{0D108BD9-81ED-4DB2-BD59-A6C34878D82A}">
                    <a16:rowId xmlns:a16="http://schemas.microsoft.com/office/drawing/2014/main" val="10001"/>
                  </a:ext>
                </a:extLst>
              </a:tr>
              <a:tr h="519727">
                <a:tc>
                  <a:txBody>
                    <a:bodyPr/>
                    <a:lstStyle/>
                    <a:p>
                      <a:r>
                        <a:rPr lang="en-GB" sz="1800" dirty="0"/>
                        <a:t>Description</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Computes the dose of insulin to be delivered when the current measured sugar level is in the safe zone between 3 and 7 units.</a:t>
                      </a:r>
                      <a:endParaRPr lang="en-US" sz="1800" dirty="0"/>
                    </a:p>
                  </a:txBody>
                  <a:tcPr/>
                </a:tc>
                <a:extLst>
                  <a:ext uri="{0D108BD9-81ED-4DB2-BD59-A6C34878D82A}">
                    <a16:rowId xmlns:a16="http://schemas.microsoft.com/office/drawing/2014/main" val="10002"/>
                  </a:ext>
                </a:extLst>
              </a:tr>
              <a:tr h="296987">
                <a:tc>
                  <a:txBody>
                    <a:bodyPr/>
                    <a:lstStyle/>
                    <a:p>
                      <a:r>
                        <a:rPr lang="en-GB" sz="1800" dirty="0"/>
                        <a:t>Inputs</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Current sugar reading (r2); the previous two readings (r0 and r1).</a:t>
                      </a:r>
                      <a:endParaRPr lang="en-US" sz="1800" dirty="0"/>
                    </a:p>
                  </a:txBody>
                  <a:tcPr/>
                </a:tc>
                <a:extLst>
                  <a:ext uri="{0D108BD9-81ED-4DB2-BD59-A6C34878D82A}">
                    <a16:rowId xmlns:a16="http://schemas.microsoft.com/office/drawing/2014/main" val="10003"/>
                  </a:ext>
                </a:extLst>
              </a:tr>
              <a:tr h="296987">
                <a:tc>
                  <a:txBody>
                    <a:bodyPr/>
                    <a:lstStyle/>
                    <a:p>
                      <a:r>
                        <a:rPr lang="en-GB" sz="1800" dirty="0"/>
                        <a:t>Source</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Current sugar reading from sensor. Other readings from memory.</a:t>
                      </a:r>
                      <a:endParaRPr lang="en-US" sz="1800" dirty="0"/>
                    </a:p>
                  </a:txBody>
                  <a:tcPr/>
                </a:tc>
                <a:extLst>
                  <a:ext uri="{0D108BD9-81ED-4DB2-BD59-A6C34878D82A}">
                    <a16:rowId xmlns:a16="http://schemas.microsoft.com/office/drawing/2014/main" val="10004"/>
                  </a:ext>
                </a:extLst>
              </a:tr>
              <a:tr h="296987">
                <a:tc>
                  <a:txBody>
                    <a:bodyPr/>
                    <a:lstStyle/>
                    <a:p>
                      <a:r>
                        <a:rPr lang="en-GB" sz="1800" dirty="0"/>
                        <a:t>Outputs</a:t>
                      </a:r>
                      <a:endParaRPr lang="en-US" sz="1800" b="1" dirty="0"/>
                    </a:p>
                  </a:txBody>
                  <a:tcPr/>
                </a:tc>
                <a:tc>
                  <a:txBody>
                    <a:bodyPr/>
                    <a:lstStyle/>
                    <a:p>
                      <a:r>
                        <a:rPr lang="en-GB" sz="1800" dirty="0" err="1"/>
                        <a:t>CompDose</a:t>
                      </a:r>
                      <a:r>
                        <a:rPr lang="en-GB" sz="1800" dirty="0"/>
                        <a:t>—the dose in insulin to be delivered</a:t>
                      </a:r>
                      <a:endParaRPr lang="en-US" sz="1800" dirty="0"/>
                    </a:p>
                  </a:txBody>
                  <a:tcPr/>
                </a:tc>
                <a:extLst>
                  <a:ext uri="{0D108BD9-81ED-4DB2-BD59-A6C34878D82A}">
                    <a16:rowId xmlns:a16="http://schemas.microsoft.com/office/drawing/2014/main" val="10005"/>
                  </a:ext>
                </a:extLst>
              </a:tr>
              <a:tr h="296987">
                <a:tc>
                  <a:txBody>
                    <a:bodyPr/>
                    <a:lstStyle/>
                    <a:p>
                      <a:r>
                        <a:rPr lang="en-GB" sz="1800" dirty="0"/>
                        <a:t>Destination </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Main control loop.</a:t>
                      </a:r>
                      <a:endParaRPr lang="en-US" sz="1800" dirty="0"/>
                    </a:p>
                  </a:txBody>
                  <a:tcPr/>
                </a:tc>
                <a:extLst>
                  <a:ext uri="{0D108BD9-81ED-4DB2-BD59-A6C34878D82A}">
                    <a16:rowId xmlns:a16="http://schemas.microsoft.com/office/drawing/2014/main" val="10006"/>
                  </a:ext>
                </a:extLst>
              </a:tr>
              <a:tr h="1482893">
                <a:tc>
                  <a:txBody>
                    <a:bodyPr/>
                    <a:lstStyle/>
                    <a:p>
                      <a:r>
                        <a:rPr lang="en-GB" sz="1800" dirty="0"/>
                        <a:t>Action </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err="1"/>
                        <a:t>CompDose</a:t>
                      </a:r>
                      <a:r>
                        <a:rPr lang="en-GB" sz="1800" dirty="0"/>
                        <a:t> is zero if the sugar level is stable or falling or if the level is increasing but the rate of increase is decreasing. If the level is increasing and the rate of increase is increasing, then </a:t>
                      </a:r>
                      <a:r>
                        <a:rPr lang="en-GB" sz="1800" dirty="0" err="1"/>
                        <a:t>CompDose</a:t>
                      </a:r>
                      <a:r>
                        <a:rPr lang="en-GB" sz="1800" dirty="0"/>
                        <a:t> is computed by dividing the difference between the current sugar level and the previous level by 4 and rounding the result. If the result, is rounded to zero then </a:t>
                      </a:r>
                      <a:r>
                        <a:rPr lang="en-GB" sz="1800" dirty="0" err="1"/>
                        <a:t>CompDose</a:t>
                      </a:r>
                      <a:r>
                        <a:rPr lang="en-GB" sz="1800" dirty="0"/>
                        <a:t> is set to the minimum dose that can be delivered. </a:t>
                      </a:r>
                      <a:endParaRPr lang="en-US" sz="1800" dirty="0"/>
                    </a:p>
                  </a:txBody>
                  <a:tcPr/>
                </a:tc>
                <a:extLst>
                  <a:ext uri="{0D108BD9-81ED-4DB2-BD59-A6C34878D82A}">
                    <a16:rowId xmlns:a16="http://schemas.microsoft.com/office/drawing/2014/main" val="10007"/>
                  </a:ext>
                </a:extLst>
              </a:tr>
              <a:tr h="519727">
                <a:tc>
                  <a:txBody>
                    <a:bodyPr/>
                    <a:lstStyle/>
                    <a:p>
                      <a:r>
                        <a:rPr lang="en-GB" sz="1800" dirty="0"/>
                        <a:t>Requirements </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Two previous readings so that the rate of change of sugar level can be computed</a:t>
                      </a:r>
                      <a:endParaRPr lang="en-US" sz="1800" dirty="0"/>
                    </a:p>
                  </a:txBody>
                  <a:tcPr/>
                </a:tc>
                <a:extLst>
                  <a:ext uri="{0D108BD9-81ED-4DB2-BD59-A6C34878D82A}">
                    <a16:rowId xmlns:a16="http://schemas.microsoft.com/office/drawing/2014/main" val="10008"/>
                  </a:ext>
                </a:extLst>
              </a:tr>
              <a:tr h="519727">
                <a:tc>
                  <a:txBody>
                    <a:bodyPr/>
                    <a:lstStyle/>
                    <a:p>
                      <a:r>
                        <a:rPr lang="en-GB" sz="1800" dirty="0"/>
                        <a:t>Pre-condition </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The insulin reservoir contains at least the maximum allowed single dose of insulin.</a:t>
                      </a:r>
                      <a:endParaRPr lang="en-US" sz="1800" dirty="0"/>
                    </a:p>
                  </a:txBody>
                  <a:tcPr/>
                </a:tc>
                <a:extLst>
                  <a:ext uri="{0D108BD9-81ED-4DB2-BD59-A6C34878D82A}">
                    <a16:rowId xmlns:a16="http://schemas.microsoft.com/office/drawing/2014/main" val="10009"/>
                  </a:ext>
                </a:extLst>
              </a:tr>
              <a:tr h="296987">
                <a:tc>
                  <a:txBody>
                    <a:bodyPr/>
                    <a:lstStyle/>
                    <a:p>
                      <a:r>
                        <a:rPr lang="en-GB" sz="1800" dirty="0"/>
                        <a:t>Post-condition </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r0 is replaced by r1 then r1 is replaced by r2.</a:t>
                      </a:r>
                      <a:endParaRPr lang="en-US" sz="1800" dirty="0"/>
                    </a:p>
                  </a:txBody>
                  <a:tcPr/>
                </a:tc>
                <a:extLst>
                  <a:ext uri="{0D108BD9-81ED-4DB2-BD59-A6C34878D82A}">
                    <a16:rowId xmlns:a16="http://schemas.microsoft.com/office/drawing/2014/main" val="10010"/>
                  </a:ext>
                </a:extLst>
              </a:tr>
              <a:tr h="296987">
                <a:tc>
                  <a:txBody>
                    <a:bodyPr/>
                    <a:lstStyle/>
                    <a:p>
                      <a:r>
                        <a:rPr lang="en-GB" sz="1800" dirty="0"/>
                        <a:t>Side effects</a:t>
                      </a:r>
                      <a:endParaRPr lang="en-US" sz="18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None</a:t>
                      </a:r>
                      <a:endParaRPr lang="en-US" sz="18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13742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endParaRPr lang="en-US" dirty="0"/>
          </a:p>
        </p:txBody>
      </p:sp>
      <p:sp>
        <p:nvSpPr>
          <p:cNvPr id="82947" name="Rectangle 3"/>
          <p:cNvSpPr>
            <a:spLocks noGrp="1" noChangeArrowheads="1"/>
          </p:cNvSpPr>
          <p:nvPr>
            <p:ph idx="1"/>
          </p:nvPr>
        </p:nvSpPr>
        <p:spPr/>
        <p:txBody>
          <a:bodyPr/>
          <a:lstStyle/>
          <a:p>
            <a:r>
              <a:rPr lang="en-US"/>
              <a:t>Particularly useful when you have to define a number of possible alternative courses of action.</a:t>
            </a:r>
          </a:p>
          <a:p>
            <a:r>
              <a:rPr lang="en-US"/>
              <a:t>Example:</a:t>
            </a:r>
          </a:p>
          <a:p>
            <a:endParaRPr lang="en-US"/>
          </a:p>
          <a:p>
            <a:endParaRPr lang="en-US"/>
          </a:p>
          <a:p>
            <a:endParaRPr lang="en-US"/>
          </a:p>
          <a:p>
            <a:endParaRPr lang="en-US"/>
          </a:p>
          <a:p>
            <a:endParaRPr lang="en-US"/>
          </a:p>
          <a:p>
            <a:endParaRPr lang="en-US" dirty="0"/>
          </a:p>
        </p:txBody>
      </p:sp>
      <p:sp>
        <p:nvSpPr>
          <p:cNvPr id="5" name="Footer Placeholder 4"/>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33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639401380"/>
              </p:ext>
            </p:extLst>
          </p:nvPr>
        </p:nvGraphicFramePr>
        <p:xfrm>
          <a:off x="1919536" y="3284984"/>
          <a:ext cx="8091169" cy="2735263"/>
        </p:xfrm>
        <a:graphic>
          <a:graphicData uri="http://schemas.openxmlformats.org/drawingml/2006/table">
            <a:tbl>
              <a:tblPr/>
              <a:tblGrid>
                <a:gridCol w="4345257">
                  <a:extLst>
                    <a:ext uri="{9D8B030D-6E8A-4147-A177-3AD203B41FA5}">
                      <a16:colId xmlns:a16="http://schemas.microsoft.com/office/drawing/2014/main" val="20000"/>
                    </a:ext>
                  </a:extLst>
                </a:gridCol>
                <a:gridCol w="3745912">
                  <a:extLst>
                    <a:ext uri="{9D8B030D-6E8A-4147-A177-3AD203B41FA5}">
                      <a16:colId xmlns:a16="http://schemas.microsoft.com/office/drawing/2014/main" val="20001"/>
                    </a:ext>
                  </a:extLst>
                </a:gridCol>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282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err="1">
                          <a:ln>
                            <a:noFill/>
                          </a:ln>
                          <a:solidFill>
                            <a:srgbClr val="000000"/>
                          </a:solidFill>
                          <a:effectLst/>
                          <a:latin typeface="Arial"/>
                          <a:ea typeface="Times New Roman" charset="0"/>
                          <a:cs typeface="Arial"/>
                        </a:rPr>
                        <a:t>CompDose</a:t>
                      </a:r>
                      <a:r>
                        <a:rPr kumimoji="0" lang="en-GB" sz="18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6004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err="1">
                          <a:ln>
                            <a:noFill/>
                          </a:ln>
                          <a:solidFill>
                            <a:srgbClr val="000000"/>
                          </a:solidFill>
                          <a:effectLst/>
                          <a:latin typeface="Arial"/>
                          <a:ea typeface="Times New Roman" charset="0"/>
                          <a:cs typeface="Arial"/>
                        </a:rPr>
                        <a:t>CompDose</a:t>
                      </a:r>
                      <a:r>
                        <a:rPr kumimoji="0" lang="en-GB" sz="18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a:ea typeface="Times New Roman" charset="0"/>
                          <a:cs typeface="Arial"/>
                        </a:rPr>
                        <a:t>Sugar level increasing and rate of increase decreasing ((r2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err="1">
                          <a:ln>
                            <a:noFill/>
                          </a:ln>
                          <a:solidFill>
                            <a:srgbClr val="000000"/>
                          </a:solidFill>
                          <a:effectLst/>
                          <a:latin typeface="Arial"/>
                          <a:ea typeface="Times New Roman" charset="0"/>
                          <a:cs typeface="Arial"/>
                        </a:rPr>
                        <a:t>CompDose</a:t>
                      </a:r>
                      <a:r>
                        <a:rPr kumimoji="0" lang="en-GB" sz="18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09600">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a:ea typeface="Times New Roman" charset="0"/>
                          <a:cs typeface="Arial"/>
                        </a:rPr>
                        <a:t>Sugar level increasing and rate of increase stable or </a:t>
                      </a:r>
                      <a:r>
                        <a:rPr kumimoji="0" lang="en-GB" sz="1800" b="0" i="0" u="none" strike="noStrike" cap="none" normalizeH="0" baseline="0">
                          <a:ln>
                            <a:noFill/>
                          </a:ln>
                          <a:solidFill>
                            <a:srgbClr val="000000"/>
                          </a:solidFill>
                          <a:effectLst/>
                          <a:latin typeface="Arial"/>
                          <a:ea typeface="Times New Roman" charset="0"/>
                          <a:cs typeface="Arial"/>
                        </a:rPr>
                        <a:t>increasing ((</a:t>
                      </a:r>
                      <a:r>
                        <a:rPr kumimoji="0" lang="en-GB" sz="18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err="1">
                          <a:ln>
                            <a:noFill/>
                          </a:ln>
                          <a:solidFill>
                            <a:srgbClr val="000000"/>
                          </a:solidFill>
                          <a:effectLst/>
                          <a:latin typeface="Arial"/>
                          <a:ea typeface="Times New Roman" charset="0"/>
                          <a:cs typeface="Arial"/>
                        </a:rPr>
                        <a:t>CompDose</a:t>
                      </a:r>
                      <a:r>
                        <a:rPr kumimoji="0" lang="en-GB" sz="1800" b="0" i="0" u="none" strike="noStrike" cap="none" normalizeH="0" baseline="0" dirty="0">
                          <a:ln>
                            <a:noFill/>
                          </a:ln>
                          <a:solidFill>
                            <a:srgbClr val="000000"/>
                          </a:solidFill>
                          <a:effectLst/>
                          <a:latin typeface="Arial"/>
                          <a:ea typeface="Times New Roman" charset="0"/>
                          <a:cs typeface="Arial"/>
                        </a:rPr>
                        <a:t> = round ((r2 – r1)/4)</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dirty="0">
                          <a:ln>
                            <a:noFill/>
                          </a:ln>
                          <a:solidFill>
                            <a:srgbClr val="000000"/>
                          </a:solidFill>
                          <a:effectLst/>
                          <a:latin typeface="Arial"/>
                          <a:ea typeface="Times New Roman" charset="0"/>
                          <a:cs typeface="Arial"/>
                        </a:rPr>
                        <a:t>If</a:t>
                      </a:r>
                      <a:r>
                        <a:rPr kumimoji="0" lang="en-GB" sz="1800" b="0" i="0" u="none" strike="noStrike" cap="none" normalizeH="0" baseline="0" dirty="0">
                          <a:ln>
                            <a:noFill/>
                          </a:ln>
                          <a:solidFill>
                            <a:srgbClr val="000000"/>
                          </a:solidFill>
                          <a:effectLst/>
                          <a:latin typeface="Arial"/>
                          <a:ea typeface="Times New Roman" charset="0"/>
                          <a:cs typeface="Arial"/>
                        </a:rPr>
                        <a:t> rounded result = 0 </a:t>
                      </a:r>
                      <a:r>
                        <a:rPr kumimoji="0" lang="en-GB" sz="1800" b="1" i="0" u="none" strike="noStrike" cap="none" normalizeH="0" baseline="0" dirty="0">
                          <a:ln>
                            <a:noFill/>
                          </a:ln>
                          <a:solidFill>
                            <a:srgbClr val="000000"/>
                          </a:solidFill>
                          <a:effectLst/>
                          <a:latin typeface="Arial"/>
                          <a:ea typeface="Times New Roman" charset="0"/>
                          <a:cs typeface="Arial"/>
                        </a:rPr>
                        <a:t>then </a:t>
                      </a:r>
                    </a:p>
                    <a:p>
                      <a:pPr marL="0" marR="0" lvl="0" indent="0" algn="l" defTabSz="4572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a:ea typeface="Times New Roman" charset="0"/>
                          <a:cs typeface="Arial"/>
                        </a:rPr>
                        <a:t>	</a:t>
                      </a:r>
                      <a:r>
                        <a:rPr kumimoji="0" lang="en-GB" sz="1800" b="0" i="0" u="none" strike="noStrike" cap="none" normalizeH="0" baseline="0" dirty="0" err="1">
                          <a:ln>
                            <a:noFill/>
                          </a:ln>
                          <a:solidFill>
                            <a:srgbClr val="000000"/>
                          </a:solidFill>
                          <a:effectLst/>
                          <a:latin typeface="Arial"/>
                          <a:ea typeface="Times New Roman" charset="0"/>
                          <a:cs typeface="Arial"/>
                        </a:rPr>
                        <a:t>CompDose</a:t>
                      </a:r>
                      <a:r>
                        <a:rPr kumimoji="0" lang="en-GB" sz="1800" b="0" i="0" u="none" strike="noStrike" cap="none" normalizeH="0" baseline="0" dirty="0">
                          <a:ln>
                            <a:noFill/>
                          </a:ln>
                          <a:solidFill>
                            <a:srgbClr val="000000"/>
                          </a:solidFill>
                          <a:effectLst/>
                          <a:latin typeface="Arial"/>
                          <a:ea typeface="Times New Roman" charset="0"/>
                          <a:cs typeface="Arial"/>
                        </a:rPr>
                        <a:t> = </a:t>
                      </a:r>
                      <a:r>
                        <a:rPr kumimoji="0" lang="en-GB" sz="1800" b="0" i="0" u="none" strike="noStrike" cap="none" normalizeH="0" baseline="0" dirty="0" err="1">
                          <a:ln>
                            <a:noFill/>
                          </a:ln>
                          <a:solidFill>
                            <a:srgbClr val="000000"/>
                          </a:solidFill>
                          <a:effectLst/>
                          <a:latin typeface="Arial"/>
                          <a:ea typeface="Times New Roman" charset="0"/>
                          <a:cs typeface="Arial"/>
                        </a:rPr>
                        <a:t>MinimumDose</a:t>
                      </a:r>
                      <a:endParaRPr kumimoji="0" lang="en-GB" sz="18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71044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21648-8461-9B63-25D0-BD385EBB3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C0D25-C098-3E1A-6F3D-12674EB26F72}"/>
              </a:ext>
            </a:extLst>
          </p:cNvPr>
          <p:cNvSpPr>
            <a:spLocks noGrp="1"/>
          </p:cNvSpPr>
          <p:nvPr>
            <p:ph type="title"/>
          </p:nvPr>
        </p:nvSpPr>
        <p:spPr/>
        <p:txBody>
          <a:bodyPr/>
          <a:lstStyle/>
          <a:p>
            <a:r>
              <a:rPr lang="en-US" dirty="0"/>
              <a:t>Use-case diagram</a:t>
            </a:r>
          </a:p>
        </p:txBody>
      </p:sp>
      <p:pic>
        <p:nvPicPr>
          <p:cNvPr id="3" name="Picture 2">
            <a:extLst>
              <a:ext uri="{FF2B5EF4-FFF2-40B4-BE49-F238E27FC236}">
                <a16:creationId xmlns:a16="http://schemas.microsoft.com/office/drawing/2014/main" id="{A03D3D34-5F3F-25FE-B30B-16629D94CA81}"/>
              </a:ext>
            </a:extLst>
          </p:cNvPr>
          <p:cNvPicPr>
            <a:picLocks noChangeAspect="1"/>
          </p:cNvPicPr>
          <p:nvPr/>
        </p:nvPicPr>
        <p:blipFill>
          <a:blip r:embed="rId3"/>
          <a:stretch>
            <a:fillRect/>
          </a:stretch>
        </p:blipFill>
        <p:spPr>
          <a:xfrm>
            <a:off x="0" y="1124744"/>
            <a:ext cx="12192000" cy="4136020"/>
          </a:xfrm>
          <a:prstGeom prst="rect">
            <a:avLst/>
          </a:prstGeom>
        </p:spPr>
      </p:pic>
      <p:sp>
        <p:nvSpPr>
          <p:cNvPr id="7" name="TextBox 6">
            <a:extLst>
              <a:ext uri="{FF2B5EF4-FFF2-40B4-BE49-F238E27FC236}">
                <a16:creationId xmlns:a16="http://schemas.microsoft.com/office/drawing/2014/main" id="{EA019150-751C-3882-EC74-3508A631DEF9}"/>
              </a:ext>
            </a:extLst>
          </p:cNvPr>
          <p:cNvSpPr txBox="1"/>
          <p:nvPr/>
        </p:nvSpPr>
        <p:spPr>
          <a:xfrm>
            <a:off x="2805330" y="5502423"/>
            <a:ext cx="7224464" cy="461665"/>
          </a:xfrm>
          <a:prstGeom prst="rect">
            <a:avLst/>
          </a:prstGeom>
          <a:noFill/>
        </p:spPr>
        <p:txBody>
          <a:bodyPr wrap="square">
            <a:spAutoFit/>
          </a:bodyPr>
          <a:lstStyle/>
          <a:p>
            <a:pPr algn="ctr"/>
            <a:r>
              <a:rPr lang="en-VN" b="1" dirty="0"/>
              <a:t>Figure 1</a:t>
            </a:r>
            <a:r>
              <a:rPr lang="en-VN" dirty="0"/>
              <a:t>: Main components of a use-case diagram</a:t>
            </a:r>
          </a:p>
        </p:txBody>
      </p:sp>
    </p:spTree>
    <p:extLst>
      <p:ext uri="{BB962C8B-B14F-4D97-AF65-F5344CB8AC3E}">
        <p14:creationId xmlns:p14="http://schemas.microsoft.com/office/powerpoint/2010/main" val="310059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F35C3-194C-DB4F-D787-8683C5E97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9E733-4FF7-542A-0E6C-6F3A12BB00DD}"/>
              </a:ext>
            </a:extLst>
          </p:cNvPr>
          <p:cNvSpPr>
            <a:spLocks noGrp="1"/>
          </p:cNvSpPr>
          <p:nvPr>
            <p:ph type="title"/>
          </p:nvPr>
        </p:nvSpPr>
        <p:spPr/>
        <p:txBody>
          <a:bodyPr/>
          <a:lstStyle/>
          <a:p>
            <a:r>
              <a:rPr lang="en-US" dirty="0"/>
              <a:t>Use-case diagram</a:t>
            </a:r>
          </a:p>
        </p:txBody>
      </p:sp>
      <p:sp>
        <p:nvSpPr>
          <p:cNvPr id="7" name="TextBox 6">
            <a:extLst>
              <a:ext uri="{FF2B5EF4-FFF2-40B4-BE49-F238E27FC236}">
                <a16:creationId xmlns:a16="http://schemas.microsoft.com/office/drawing/2014/main" id="{262CDB77-134F-456E-CB55-CCF9762F905B}"/>
              </a:ext>
            </a:extLst>
          </p:cNvPr>
          <p:cNvSpPr txBox="1"/>
          <p:nvPr/>
        </p:nvSpPr>
        <p:spPr>
          <a:xfrm>
            <a:off x="407368" y="3013501"/>
            <a:ext cx="3883968" cy="830997"/>
          </a:xfrm>
          <a:prstGeom prst="rect">
            <a:avLst/>
          </a:prstGeom>
          <a:noFill/>
        </p:spPr>
        <p:txBody>
          <a:bodyPr wrap="square">
            <a:spAutoFit/>
          </a:bodyPr>
          <a:lstStyle/>
          <a:p>
            <a:r>
              <a:rPr lang="en-VN" b="1" dirty="0"/>
              <a:t>Figure 2</a:t>
            </a:r>
            <a:r>
              <a:rPr lang="en-VN" dirty="0"/>
              <a:t>: Simple use-case diagram for CMS</a:t>
            </a:r>
          </a:p>
        </p:txBody>
      </p:sp>
      <p:pic>
        <p:nvPicPr>
          <p:cNvPr id="8" name="Picture 7" descr="Diagram of a content management system&#10;&#10;AI-generated content may be incorrect.">
            <a:extLst>
              <a:ext uri="{FF2B5EF4-FFF2-40B4-BE49-F238E27FC236}">
                <a16:creationId xmlns:a16="http://schemas.microsoft.com/office/drawing/2014/main" id="{38D13210-4BF6-61C0-7C3E-251210FC4C21}"/>
              </a:ext>
            </a:extLst>
          </p:cNvPr>
          <p:cNvPicPr>
            <a:picLocks noChangeAspect="1"/>
          </p:cNvPicPr>
          <p:nvPr/>
        </p:nvPicPr>
        <p:blipFill>
          <a:blip r:embed="rId3"/>
          <a:stretch>
            <a:fillRect/>
          </a:stretch>
        </p:blipFill>
        <p:spPr>
          <a:xfrm>
            <a:off x="4151784" y="218661"/>
            <a:ext cx="7772400" cy="6420678"/>
          </a:xfrm>
          <a:prstGeom prst="rect">
            <a:avLst/>
          </a:prstGeom>
        </p:spPr>
      </p:pic>
    </p:spTree>
    <p:extLst>
      <p:ext uri="{BB962C8B-B14F-4D97-AF65-F5344CB8AC3E}">
        <p14:creationId xmlns:p14="http://schemas.microsoft.com/office/powerpoint/2010/main" val="2294434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DF11F-52CC-4C4C-972B-77DC28983530}"/>
              </a:ext>
            </a:extLst>
          </p:cNvPr>
          <p:cNvSpPr>
            <a:spLocks noGrp="1"/>
          </p:cNvSpPr>
          <p:nvPr>
            <p:ph type="title"/>
          </p:nvPr>
        </p:nvSpPr>
        <p:spPr/>
        <p:txBody>
          <a:bodyPr/>
          <a:lstStyle/>
          <a:p>
            <a:r>
              <a:rPr lang="en-US" dirty="0"/>
              <a:t>USE-CASE DESCRIPTION</a:t>
            </a:r>
          </a:p>
        </p:txBody>
      </p:sp>
      <p:pic>
        <p:nvPicPr>
          <p:cNvPr id="4" name="Picture 3" descr="A screenshot of a computer&#10;&#10;AI-generated content may be incorrect.">
            <a:extLst>
              <a:ext uri="{FF2B5EF4-FFF2-40B4-BE49-F238E27FC236}">
                <a16:creationId xmlns:a16="http://schemas.microsoft.com/office/drawing/2014/main" id="{71710117-72E8-0EA7-963D-C48FD4FFAE8F}"/>
              </a:ext>
            </a:extLst>
          </p:cNvPr>
          <p:cNvPicPr>
            <a:picLocks noChangeAspect="1"/>
          </p:cNvPicPr>
          <p:nvPr/>
        </p:nvPicPr>
        <p:blipFill>
          <a:blip r:embed="rId3"/>
          <a:stretch>
            <a:fillRect/>
          </a:stretch>
        </p:blipFill>
        <p:spPr>
          <a:xfrm>
            <a:off x="5623591" y="0"/>
            <a:ext cx="6566584" cy="6858000"/>
          </a:xfrm>
          <a:prstGeom prst="rect">
            <a:avLst/>
          </a:prstGeom>
        </p:spPr>
      </p:pic>
      <p:sp>
        <p:nvSpPr>
          <p:cNvPr id="5" name="TextBox 4">
            <a:extLst>
              <a:ext uri="{FF2B5EF4-FFF2-40B4-BE49-F238E27FC236}">
                <a16:creationId xmlns:a16="http://schemas.microsoft.com/office/drawing/2014/main" id="{9E0D1EBF-3FF8-9E81-531E-3D4D06B99A49}"/>
              </a:ext>
            </a:extLst>
          </p:cNvPr>
          <p:cNvSpPr txBox="1"/>
          <p:nvPr/>
        </p:nvSpPr>
        <p:spPr>
          <a:xfrm>
            <a:off x="1024126" y="2828835"/>
            <a:ext cx="4279785" cy="1200329"/>
          </a:xfrm>
          <a:prstGeom prst="rect">
            <a:avLst/>
          </a:prstGeom>
          <a:noFill/>
        </p:spPr>
        <p:txBody>
          <a:bodyPr wrap="square">
            <a:spAutoFit/>
          </a:bodyPr>
          <a:lstStyle/>
          <a:p>
            <a:r>
              <a:rPr lang="en-VN" b="1" dirty="0"/>
              <a:t>Figure 3</a:t>
            </a:r>
            <a:r>
              <a:rPr lang="en-VN" dirty="0"/>
              <a:t>: Use-case description table for </a:t>
            </a:r>
            <a:r>
              <a:rPr lang="en-VN" i="1" dirty="0"/>
              <a:t>“Create a new Blog Account”</a:t>
            </a:r>
          </a:p>
        </p:txBody>
      </p:sp>
    </p:spTree>
    <p:extLst>
      <p:ext uri="{BB962C8B-B14F-4D97-AF65-F5344CB8AC3E}">
        <p14:creationId xmlns:p14="http://schemas.microsoft.com/office/powerpoint/2010/main" val="1765126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F3EABFD-8A80-8F5B-A074-4629751C32BF}"/>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74B13790-0004-DC38-1409-4B16B7FB6B6A}"/>
              </a:ext>
            </a:extLst>
          </p:cNvPr>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pic>
        <p:nvPicPr>
          <p:cNvPr id="7" name="Picture 6" descr="A gorilla and baby gorillas&#10;&#10;AI-generated content may be incorrect.">
            <a:extLst>
              <a:ext uri="{FF2B5EF4-FFF2-40B4-BE49-F238E27FC236}">
                <a16:creationId xmlns:a16="http://schemas.microsoft.com/office/drawing/2014/main" id="{8B5E70B9-F5F7-8705-37B8-D184FE4D57D1}"/>
              </a:ext>
            </a:extLst>
          </p:cNvPr>
          <p:cNvPicPr>
            <a:picLocks noChangeAspect="1"/>
          </p:cNvPicPr>
          <p:nvPr/>
        </p:nvPicPr>
        <p:blipFill>
          <a:blip r:embed="rId2"/>
          <a:stretch>
            <a:fillRect/>
          </a:stretch>
        </p:blipFill>
        <p:spPr>
          <a:xfrm>
            <a:off x="3480816" y="0"/>
            <a:ext cx="5230368" cy="6858000"/>
          </a:xfrm>
          <a:prstGeom prst="rect">
            <a:avLst/>
          </a:prstGeom>
        </p:spPr>
      </p:pic>
    </p:spTree>
    <p:extLst>
      <p:ext uri="{BB962C8B-B14F-4D97-AF65-F5344CB8AC3E}">
        <p14:creationId xmlns:p14="http://schemas.microsoft.com/office/powerpoint/2010/main" val="392454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BCAE7-92C1-FEA3-4955-B70C6AC1BDD3}"/>
              </a:ext>
            </a:extLst>
          </p:cNvPr>
          <p:cNvSpPr>
            <a:spLocks noGrp="1"/>
          </p:cNvSpPr>
          <p:nvPr>
            <p:ph type="title"/>
          </p:nvPr>
        </p:nvSpPr>
        <p:spPr/>
        <p:txBody>
          <a:bodyPr/>
          <a:lstStyle/>
          <a:p>
            <a:r>
              <a:rPr lang="nb-NO" dirty="0"/>
              <a:t>COMMON MISTAKES</a:t>
            </a:r>
          </a:p>
        </p:txBody>
      </p:sp>
      <p:sp>
        <p:nvSpPr>
          <p:cNvPr id="4" name="Footer Placeholder 3">
            <a:extLst>
              <a:ext uri="{FF2B5EF4-FFF2-40B4-BE49-F238E27FC236}">
                <a16:creationId xmlns:a16="http://schemas.microsoft.com/office/drawing/2014/main" id="{5C72603C-E1F7-7676-D927-25900D850FCA}"/>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E429212F-2320-2B35-48E0-4250CEC3F80E}"/>
              </a:ext>
            </a:extLst>
          </p:cNvPr>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pic>
        <p:nvPicPr>
          <p:cNvPr id="9" name="Graphic 8">
            <a:extLst>
              <a:ext uri="{FF2B5EF4-FFF2-40B4-BE49-F238E27FC236}">
                <a16:creationId xmlns:a16="http://schemas.microsoft.com/office/drawing/2014/main" id="{87327700-AFF6-929E-0611-EFC56A8173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45396" y="1169496"/>
            <a:ext cx="5301208" cy="5301208"/>
          </a:xfrm>
          <a:prstGeom prst="rect">
            <a:avLst/>
          </a:prstGeom>
        </p:spPr>
      </p:pic>
    </p:spTree>
    <p:extLst>
      <p:ext uri="{BB962C8B-B14F-4D97-AF65-F5344CB8AC3E}">
        <p14:creationId xmlns:p14="http://schemas.microsoft.com/office/powerpoint/2010/main" val="34939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Agile methods and requirements</a:t>
            </a:r>
            <a:endParaRPr lang="en-US" dirty="0"/>
          </a:p>
        </p:txBody>
      </p:sp>
      <p:sp>
        <p:nvSpPr>
          <p:cNvPr id="3" name="Content Placeholder 2"/>
          <p:cNvSpPr>
            <a:spLocks noGrp="1"/>
          </p:cNvSpPr>
          <p:nvPr>
            <p:ph idx="1"/>
          </p:nvPr>
        </p:nvSpPr>
        <p:spPr/>
        <p:txBody>
          <a:bodyPr/>
          <a:lstStyle/>
          <a:p>
            <a:r>
              <a:rPr lang="en-US" dirty="0"/>
              <a:t>Many Agile methods argue that producing detailed system requirements is a waste of time as requirements change so quickly.</a:t>
            </a:r>
          </a:p>
          <a:p>
            <a:r>
              <a:rPr lang="en-US" dirty="0"/>
              <a:t>The requirements document is therefore always out of date.</a:t>
            </a:r>
          </a:p>
          <a:p>
            <a:r>
              <a:rPr lang="en-US" dirty="0"/>
              <a:t>Agile methods usually use incremental requirements engineering and may express requirements as ‘user stories’</a:t>
            </a:r>
          </a:p>
          <a:p>
            <a:r>
              <a:rPr lang="en-US" dirty="0"/>
              <a:t>This is practical for business systems but problematic for systems that require pre-delivery analysis (e.g. critical systems) or systems developed by several teams.</a:t>
            </a:r>
          </a:p>
        </p:txBody>
      </p:sp>
      <p:sp>
        <p:nvSpPr>
          <p:cNvPr id="5" name="Footer Placeholder 4"/>
          <p:cNvSpPr>
            <a:spLocks noGrp="1"/>
          </p:cNvSpPr>
          <p:nvPr>
            <p:ph type="ftr" sz="quarter" idx="11"/>
          </p:nvPr>
        </p:nvSpPr>
        <p:spPr/>
        <p:txBody>
          <a:bodyPr/>
          <a:lstStyle/>
          <a:p>
            <a:r>
              <a:rPr lang="en-US"/>
              <a:t>Chapter 4. Requirements engineering</a:t>
            </a:r>
          </a:p>
        </p:txBody>
      </p:sp>
      <p:sp>
        <p:nvSpPr>
          <p:cNvPr id="4" name="Slide Number Placeholder 3"/>
          <p:cNvSpPr>
            <a:spLocks noGrp="1"/>
          </p:cNvSpPr>
          <p:nvPr>
            <p:ph type="sldNum" sz="quarter" idx="12"/>
          </p:nvPr>
        </p:nvSpPr>
        <p:spPr/>
        <p:txBody>
          <a:bodyPr/>
          <a:lstStyle/>
          <a:p>
            <a:fld id="{825F70CE-84E9-D04C-9B15-10C693AA0F2A}" type="slidenum">
              <a:rPr lang="en-US" smtClean="0"/>
              <a:pPr/>
              <a:t>39</a:t>
            </a:fld>
            <a:endParaRPr lang="en-US"/>
          </a:p>
        </p:txBody>
      </p:sp>
      <p:sp>
        <p:nvSpPr>
          <p:cNvPr id="6" name="Date Placeholder 5"/>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2148630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7DC74-1B35-FA06-5BE0-A893F11251F9}"/>
              </a:ext>
            </a:extLst>
          </p:cNvPr>
          <p:cNvSpPr>
            <a:spLocks noGrp="1"/>
          </p:cNvSpPr>
          <p:nvPr>
            <p:ph type="title"/>
          </p:nvPr>
        </p:nvSpPr>
        <p:spPr/>
        <p:txBody>
          <a:bodyPr/>
          <a:lstStyle/>
          <a:p>
            <a:r>
              <a:rPr lang="en-VN" dirty="0"/>
              <a:t>USER STORY</a:t>
            </a:r>
          </a:p>
        </p:txBody>
      </p:sp>
      <p:sp>
        <p:nvSpPr>
          <p:cNvPr id="4" name="Footer Placeholder 3">
            <a:extLst>
              <a:ext uri="{FF2B5EF4-FFF2-40B4-BE49-F238E27FC236}">
                <a16:creationId xmlns:a16="http://schemas.microsoft.com/office/drawing/2014/main" id="{63B85DCB-5F0E-D3FB-826D-CA96D65CEB95}"/>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4F2AD688-2CC3-1031-C6D9-4FB3CA2B1925}"/>
              </a:ext>
            </a:extLst>
          </p:cNvPr>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pic>
        <p:nvPicPr>
          <p:cNvPr id="8" name="Picture 2" descr="User stories: Why is it Important to Agile? - Agile Scrum">
            <a:extLst>
              <a:ext uri="{FF2B5EF4-FFF2-40B4-BE49-F238E27FC236}">
                <a16:creationId xmlns:a16="http://schemas.microsoft.com/office/drawing/2014/main" id="{3C522094-9506-6C75-9E35-2C3B1DC22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1222" y="1738969"/>
            <a:ext cx="6549551" cy="486889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81C7579-84F5-DD47-BA51-3FD2D9D4CCF9}"/>
              </a:ext>
            </a:extLst>
          </p:cNvPr>
          <p:cNvSpPr txBox="1"/>
          <p:nvPr/>
        </p:nvSpPr>
        <p:spPr>
          <a:xfrm>
            <a:off x="797748" y="1140144"/>
            <a:ext cx="10596501" cy="461665"/>
          </a:xfrm>
          <a:prstGeom prst="rect">
            <a:avLst/>
          </a:prstGeom>
          <a:noFill/>
        </p:spPr>
        <p:txBody>
          <a:bodyPr wrap="square" rtlCol="0">
            <a:spAutoFit/>
          </a:bodyPr>
          <a:lstStyle/>
          <a:p>
            <a:pPr algn="ctr"/>
            <a:r>
              <a:rPr lang="en-VN" dirty="0">
                <a:latin typeface="Consolas" panose="020B0609020204030204" pitchFamily="49" charset="0"/>
                <a:cs typeface="Consolas" panose="020B0609020204030204" pitchFamily="49" charset="0"/>
              </a:rPr>
              <a:t>As a &lt;type of user&gt;, I want &lt;some goal&gt; so that &lt;some reason&gt;</a:t>
            </a:r>
          </a:p>
        </p:txBody>
      </p:sp>
    </p:spTree>
    <p:extLst>
      <p:ext uri="{BB962C8B-B14F-4D97-AF65-F5344CB8AC3E}">
        <p14:creationId xmlns:p14="http://schemas.microsoft.com/office/powerpoint/2010/main" val="483145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4E47-E6AF-A04C-B0B9-D19FA4E2FD5C}"/>
              </a:ext>
            </a:extLst>
          </p:cNvPr>
          <p:cNvSpPr>
            <a:spLocks noGrp="1"/>
          </p:cNvSpPr>
          <p:nvPr>
            <p:ph type="title"/>
          </p:nvPr>
        </p:nvSpPr>
        <p:spPr/>
        <p:txBody>
          <a:bodyPr/>
          <a:lstStyle/>
          <a:p>
            <a:r>
              <a:rPr lang="en-VN" dirty="0"/>
              <a:t>Example</a:t>
            </a:r>
          </a:p>
        </p:txBody>
      </p:sp>
      <p:sp>
        <p:nvSpPr>
          <p:cNvPr id="3" name="Content Placeholder 2">
            <a:extLst>
              <a:ext uri="{FF2B5EF4-FFF2-40B4-BE49-F238E27FC236}">
                <a16:creationId xmlns:a16="http://schemas.microsoft.com/office/drawing/2014/main" id="{3B104E45-9B3B-C884-07F9-CFA561CD3C9E}"/>
              </a:ext>
            </a:extLst>
          </p:cNvPr>
          <p:cNvSpPr>
            <a:spLocks noGrp="1"/>
          </p:cNvSpPr>
          <p:nvPr>
            <p:ph idx="1"/>
          </p:nvPr>
        </p:nvSpPr>
        <p:spPr/>
        <p:txBody>
          <a:bodyPr>
            <a:normAutofit fontScale="85000" lnSpcReduction="10000"/>
          </a:bodyPr>
          <a:lstStyle/>
          <a:p>
            <a:pPr marL="0" indent="0">
              <a:buNone/>
            </a:pPr>
            <a:r>
              <a:rPr lang="en-US" b="1" i="1" dirty="0"/>
              <a:t>”As a</a:t>
            </a:r>
            <a:r>
              <a:rPr lang="en-US" i="1" dirty="0"/>
              <a:t> returning customer, </a:t>
            </a:r>
            <a:r>
              <a:rPr lang="en-US" b="1" i="1" dirty="0"/>
              <a:t>I want to</a:t>
            </a:r>
            <a:r>
              <a:rPr lang="en-US" i="1" dirty="0"/>
              <a:t> log in with my fingerprint </a:t>
            </a:r>
            <a:r>
              <a:rPr lang="en-US" b="1" i="1" dirty="0"/>
              <a:t>so that</a:t>
            </a:r>
            <a:r>
              <a:rPr lang="en-US" i="1" dirty="0"/>
              <a:t> I can access my account quickly without typing a password.</a:t>
            </a:r>
            <a:r>
              <a:rPr lang="en-US" b="1" i="1" dirty="0"/>
              <a:t>”</a:t>
            </a:r>
          </a:p>
          <a:p>
            <a:r>
              <a:rPr lang="en-US" b="1" dirty="0"/>
              <a:t>FR-1:</a:t>
            </a:r>
            <a:r>
              <a:rPr lang="en-US" dirty="0"/>
              <a:t> The system </a:t>
            </a:r>
            <a:r>
              <a:rPr lang="en-US" b="1" dirty="0"/>
              <a:t>must prompt</a:t>
            </a:r>
            <a:r>
              <a:rPr lang="en-US" dirty="0"/>
              <a:t> the user for biometrics if a fingerprint template exists.</a:t>
            </a:r>
          </a:p>
          <a:p>
            <a:r>
              <a:rPr lang="en-US" b="1" dirty="0"/>
              <a:t>FR-2:</a:t>
            </a:r>
            <a:r>
              <a:rPr lang="en-US" dirty="0"/>
              <a:t> The system </a:t>
            </a:r>
            <a:r>
              <a:rPr lang="en-US" b="1" dirty="0"/>
              <a:t>must encrypt</a:t>
            </a:r>
            <a:r>
              <a:rPr lang="en-US" dirty="0"/>
              <a:t> the biometric data token during transit.</a:t>
            </a:r>
          </a:p>
          <a:p>
            <a:r>
              <a:rPr lang="en-US" b="1" dirty="0"/>
              <a:t>FR-3:</a:t>
            </a:r>
            <a:r>
              <a:rPr lang="en-US" dirty="0"/>
              <a:t> The system </a:t>
            </a:r>
            <a:r>
              <a:rPr lang="en-US" b="1" dirty="0"/>
              <a:t>must redirect</a:t>
            </a:r>
            <a:r>
              <a:rPr lang="en-US" dirty="0"/>
              <a:t> the user to the dashboard upon successful authentication.</a:t>
            </a:r>
          </a:p>
          <a:p>
            <a:r>
              <a:rPr lang="en-US" b="1" dirty="0"/>
              <a:t>FR-4:</a:t>
            </a:r>
            <a:r>
              <a:rPr lang="en-US" dirty="0"/>
              <a:t> The system </a:t>
            </a:r>
            <a:r>
              <a:rPr lang="en-US" b="1" dirty="0"/>
              <a:t>must display</a:t>
            </a:r>
            <a:r>
              <a:rPr lang="en-US" dirty="0"/>
              <a:t> an "Authentication Failed" error after three unsuccessful attempts.</a:t>
            </a:r>
          </a:p>
          <a:p>
            <a:r>
              <a:rPr lang="en-US" b="1" dirty="0"/>
              <a:t>FR-5:</a:t>
            </a:r>
            <a:r>
              <a:rPr lang="en-US" dirty="0"/>
              <a:t> The system </a:t>
            </a:r>
            <a:r>
              <a:rPr lang="en-US" b="1" dirty="0"/>
              <a:t>must fall back</a:t>
            </a:r>
            <a:r>
              <a:rPr lang="en-US" dirty="0"/>
              <a:t> to standard password entry if the biometric scanner fails.</a:t>
            </a:r>
          </a:p>
        </p:txBody>
      </p:sp>
      <p:sp>
        <p:nvSpPr>
          <p:cNvPr id="4" name="Footer Placeholder 3">
            <a:extLst>
              <a:ext uri="{FF2B5EF4-FFF2-40B4-BE49-F238E27FC236}">
                <a16:creationId xmlns:a16="http://schemas.microsoft.com/office/drawing/2014/main" id="{6D5D078B-5724-3E09-6573-A96CD9BA8EC8}"/>
              </a:ext>
            </a:extLst>
          </p:cNvPr>
          <p:cNvSpPr>
            <a:spLocks noGrp="1"/>
          </p:cNvSpPr>
          <p:nvPr>
            <p:ph type="ftr" sz="quarter" idx="11"/>
          </p:nvPr>
        </p:nvSpPr>
        <p:spPr/>
        <p:txBody>
          <a:bodyPr/>
          <a:lstStyle/>
          <a:p>
            <a:pPr>
              <a:defRPr/>
            </a:pPr>
            <a:r>
              <a:rPr lang="en-US"/>
              <a:t>Chapter 4. Requirements engineering</a:t>
            </a:r>
          </a:p>
        </p:txBody>
      </p:sp>
      <p:sp>
        <p:nvSpPr>
          <p:cNvPr id="5" name="Slide Number Placeholder 4">
            <a:extLst>
              <a:ext uri="{FF2B5EF4-FFF2-40B4-BE49-F238E27FC236}">
                <a16:creationId xmlns:a16="http://schemas.microsoft.com/office/drawing/2014/main" id="{4C898C4C-45E5-4DC1-9B02-08DA3F0385E1}"/>
              </a:ext>
            </a:extLst>
          </p:cNvPr>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Tree>
    <p:extLst>
      <p:ext uri="{BB962C8B-B14F-4D97-AF65-F5344CB8AC3E}">
        <p14:creationId xmlns:p14="http://schemas.microsoft.com/office/powerpoint/2010/main" val="39452426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normAutofit/>
          </a:bodyPr>
          <a:lstStyle/>
          <a:p>
            <a:r>
              <a:rPr lang="en-US" dirty="0">
                <a:solidFill>
                  <a:schemeClr val="bg1">
                    <a:lumMod val="85000"/>
                  </a:schemeClr>
                </a:solidFill>
              </a:rPr>
              <a:t>Functional and non-functional requirements</a:t>
            </a:r>
            <a:endParaRPr lang="en-GB" dirty="0">
              <a:solidFill>
                <a:schemeClr val="bg1">
                  <a:lumMod val="85000"/>
                </a:schemeClr>
              </a:solidFill>
            </a:endParaRPr>
          </a:p>
          <a:p>
            <a:r>
              <a:rPr lang="en-US" dirty="0">
                <a:solidFill>
                  <a:schemeClr val="bg1">
                    <a:lumMod val="85000"/>
                  </a:schemeClr>
                </a:solidFill>
              </a:rPr>
              <a:t>Requirements engineering processes</a:t>
            </a:r>
          </a:p>
          <a:p>
            <a:r>
              <a:rPr lang="en-US" dirty="0">
                <a:solidFill>
                  <a:schemeClr val="bg1">
                    <a:lumMod val="85000"/>
                  </a:schemeClr>
                </a:solidFill>
              </a:rPr>
              <a:t>Requirements elicitation</a:t>
            </a:r>
          </a:p>
          <a:p>
            <a:r>
              <a:rPr lang="en-US" dirty="0">
                <a:solidFill>
                  <a:schemeClr val="bg1">
                    <a:lumMod val="85000"/>
                  </a:schemeClr>
                </a:solidFill>
              </a:rPr>
              <a:t>Requirements </a:t>
            </a:r>
            <a:r>
              <a:rPr lang="en-GB" dirty="0">
                <a:solidFill>
                  <a:schemeClr val="bg1">
                    <a:lumMod val="85000"/>
                  </a:schemeClr>
                </a:solidFill>
              </a:rPr>
              <a:t>specification</a:t>
            </a:r>
          </a:p>
          <a:p>
            <a:r>
              <a:rPr lang="en-US" dirty="0">
                <a:solidFill>
                  <a:schemeClr val="tx1">
                    <a:lumMod val="95000"/>
                    <a:lumOff val="5000"/>
                  </a:schemeClr>
                </a:solidFill>
              </a:rPr>
              <a:t>Requirements validation</a:t>
            </a:r>
            <a:endParaRPr lang="en-GB" dirty="0">
              <a:solidFill>
                <a:schemeClr val="tx1">
                  <a:lumMod val="95000"/>
                  <a:lumOff val="5000"/>
                </a:schemeClr>
              </a:solidFill>
            </a:endParaRPr>
          </a:p>
          <a:p>
            <a:r>
              <a:rPr lang="en-US" dirty="0">
                <a:solidFill>
                  <a:schemeClr val="bg1">
                    <a:lumMod val="85000"/>
                  </a:schemeClr>
                </a:solidFill>
              </a:rPr>
              <a:t>Requirements change</a:t>
            </a:r>
            <a:endParaRPr lang="en-GB" dirty="0">
              <a:solidFill>
                <a:schemeClr val="bg1">
                  <a:lumMod val="85000"/>
                </a:schemeClr>
              </a:solidFill>
            </a:endParaRPr>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42</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3280995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0394B-28F9-EFE5-194E-CB2570003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5A38D-7270-6525-87D2-0C4C479B6083}"/>
              </a:ext>
            </a:extLst>
          </p:cNvPr>
          <p:cNvSpPr>
            <a:spLocks noGrp="1"/>
          </p:cNvSpPr>
          <p:nvPr>
            <p:ph type="title"/>
          </p:nvPr>
        </p:nvSpPr>
        <p:spPr/>
        <p:txBody>
          <a:bodyPr/>
          <a:lstStyle/>
          <a:p>
            <a:r>
              <a:rPr lang="en-US" dirty="0"/>
              <a:t>Requirements validation</a:t>
            </a:r>
          </a:p>
        </p:txBody>
      </p:sp>
      <p:sp>
        <p:nvSpPr>
          <p:cNvPr id="15" name="Text Placeholder 14">
            <a:extLst>
              <a:ext uri="{FF2B5EF4-FFF2-40B4-BE49-F238E27FC236}">
                <a16:creationId xmlns:a16="http://schemas.microsoft.com/office/drawing/2014/main" id="{AA20DDF8-821F-E90E-9EB7-D1AE90ADC634}"/>
              </a:ext>
            </a:extLst>
          </p:cNvPr>
          <p:cNvSpPr>
            <a:spLocks noGrp="1"/>
          </p:cNvSpPr>
          <p:nvPr>
            <p:ph type="body" idx="1"/>
          </p:nvPr>
        </p:nvSpPr>
        <p:spPr/>
        <p:txBody>
          <a:bodyPr/>
          <a:lstStyle/>
          <a:p>
            <a:endParaRPr lang="nb-NO"/>
          </a:p>
        </p:txBody>
      </p:sp>
      <p:sp>
        <p:nvSpPr>
          <p:cNvPr id="5" name="Footer Placeholder 4">
            <a:extLst>
              <a:ext uri="{FF2B5EF4-FFF2-40B4-BE49-F238E27FC236}">
                <a16:creationId xmlns:a16="http://schemas.microsoft.com/office/drawing/2014/main" id="{8E866E58-4BB9-0293-E690-45313D1A8764}"/>
              </a:ext>
            </a:extLst>
          </p:cNvPr>
          <p:cNvSpPr>
            <a:spLocks noGrp="1"/>
          </p:cNvSpPr>
          <p:nvPr>
            <p:ph type="ftr" sz="quarter" idx="11"/>
          </p:nvPr>
        </p:nvSpPr>
        <p:spPr/>
        <p:txBody>
          <a:bodyPr/>
          <a:lstStyle/>
          <a:p>
            <a:r>
              <a:rPr lang="en-US"/>
              <a:t>Chapter 4. Requirements engineering</a:t>
            </a:r>
          </a:p>
        </p:txBody>
      </p:sp>
      <p:sp>
        <p:nvSpPr>
          <p:cNvPr id="6" name="Slide Number Placeholder 5">
            <a:extLst>
              <a:ext uri="{FF2B5EF4-FFF2-40B4-BE49-F238E27FC236}">
                <a16:creationId xmlns:a16="http://schemas.microsoft.com/office/drawing/2014/main" id="{A669E154-54AB-3323-3629-450A14F7BA04}"/>
              </a:ext>
            </a:extLst>
          </p:cNvPr>
          <p:cNvSpPr>
            <a:spLocks noGrp="1"/>
          </p:cNvSpPr>
          <p:nvPr>
            <p:ph type="sldNum" sz="quarter" idx="12"/>
          </p:nvPr>
        </p:nvSpPr>
        <p:spPr/>
        <p:txBody>
          <a:bodyPr/>
          <a:lstStyle/>
          <a:p>
            <a:fld id="{87BA459C-C1F9-AB4D-8E61-68C53B56A064}" type="slidenum">
              <a:rPr lang="en-US" smtClean="0"/>
              <a:pPr/>
              <a:t>43</a:t>
            </a:fld>
            <a:endParaRPr lang="en-US"/>
          </a:p>
        </p:txBody>
      </p:sp>
      <p:sp>
        <p:nvSpPr>
          <p:cNvPr id="4" name="Date Placeholder 3">
            <a:extLst>
              <a:ext uri="{FF2B5EF4-FFF2-40B4-BE49-F238E27FC236}">
                <a16:creationId xmlns:a16="http://schemas.microsoft.com/office/drawing/2014/main" id="{8ADC38FB-BCD7-9264-C728-C0558B7BF684}"/>
              </a:ext>
            </a:extLst>
          </p:cNvPr>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814839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GB"/>
              <a:t>Requirements checking</a:t>
            </a:r>
          </a:p>
        </p:txBody>
      </p:sp>
      <p:sp>
        <p:nvSpPr>
          <p:cNvPr id="58371" name="Rectangle 3"/>
          <p:cNvSpPr>
            <a:spLocks noGrp="1" noChangeArrowheads="1"/>
          </p:cNvSpPr>
          <p:nvPr>
            <p:ph idx="1"/>
          </p:nvPr>
        </p:nvSpPr>
        <p:spPr/>
        <p:txBody>
          <a:bodyPr>
            <a:normAutofit fontScale="92500" lnSpcReduction="20000"/>
          </a:bodyPr>
          <a:lstStyle/>
          <a:p>
            <a:r>
              <a:rPr lang="en-GB"/>
              <a:t>Validity. </a:t>
            </a:r>
          </a:p>
          <a:p>
            <a:pPr lvl="1"/>
            <a:r>
              <a:rPr lang="en-GB"/>
              <a:t>Does the system provide the functions which best support the customer’s needs?</a:t>
            </a:r>
          </a:p>
          <a:p>
            <a:r>
              <a:rPr lang="en-GB"/>
              <a:t>Consistency. </a:t>
            </a:r>
          </a:p>
          <a:p>
            <a:pPr lvl="1"/>
            <a:r>
              <a:rPr lang="en-GB"/>
              <a:t>Are there any requirements conflicts?</a:t>
            </a:r>
          </a:p>
          <a:p>
            <a:r>
              <a:rPr lang="en-GB"/>
              <a:t>Completeness. </a:t>
            </a:r>
          </a:p>
          <a:p>
            <a:pPr lvl="1"/>
            <a:r>
              <a:rPr lang="en-GB"/>
              <a:t>Are all functions required by the customer included?</a:t>
            </a:r>
          </a:p>
          <a:p>
            <a:r>
              <a:rPr lang="en-GB"/>
              <a:t>Realism. </a:t>
            </a:r>
          </a:p>
          <a:p>
            <a:pPr lvl="1"/>
            <a:r>
              <a:rPr lang="en-GB"/>
              <a:t>Can the requirements be implemented given available budget and technology</a:t>
            </a:r>
          </a:p>
          <a:p>
            <a:r>
              <a:rPr lang="en-GB"/>
              <a:t>Verifiability. </a:t>
            </a:r>
          </a:p>
          <a:p>
            <a:pPr lvl="1"/>
            <a:r>
              <a:rPr lang="en-GB"/>
              <a:t>Can the requirements be checked?</a:t>
            </a:r>
            <a:endParaRPr lang="en-GB"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44</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GB"/>
              <a:t>Requirements validation techniques</a:t>
            </a:r>
          </a:p>
        </p:txBody>
      </p:sp>
      <p:sp>
        <p:nvSpPr>
          <p:cNvPr id="77827" name="Rectangle 3"/>
          <p:cNvSpPr>
            <a:spLocks noGrp="1" noChangeArrowheads="1"/>
          </p:cNvSpPr>
          <p:nvPr>
            <p:ph idx="1"/>
          </p:nvPr>
        </p:nvSpPr>
        <p:spPr/>
        <p:txBody>
          <a:bodyPr/>
          <a:lstStyle/>
          <a:p>
            <a:r>
              <a:rPr lang="en-GB"/>
              <a:t>Requirements reviews</a:t>
            </a:r>
          </a:p>
          <a:p>
            <a:pPr lvl="1"/>
            <a:r>
              <a:rPr lang="en-GB"/>
              <a:t>Systematic manual analysis of the requirements.</a:t>
            </a:r>
          </a:p>
          <a:p>
            <a:r>
              <a:rPr lang="en-GB"/>
              <a:t>Prototyping</a:t>
            </a:r>
          </a:p>
          <a:p>
            <a:pPr lvl="1"/>
            <a:r>
              <a:rPr lang="en-GB"/>
              <a:t>Using an executable model of the system to check requirements.</a:t>
            </a:r>
          </a:p>
          <a:p>
            <a:r>
              <a:rPr lang="en-GB"/>
              <a:t>Test-case generation</a:t>
            </a:r>
          </a:p>
          <a:p>
            <a:pPr lvl="1"/>
            <a:r>
              <a:rPr lang="en-GB"/>
              <a:t>Developing tests for requirements to check testability.</a:t>
            </a:r>
          </a:p>
          <a:p>
            <a:endParaRPr lang="en-GB" dirty="0"/>
          </a:p>
        </p:txBody>
      </p:sp>
      <p:sp>
        <p:nvSpPr>
          <p:cNvPr id="3" name="Footer Placeholder 2"/>
          <p:cNvSpPr>
            <a:spLocks noGrp="1"/>
          </p:cNvSpPr>
          <p:nvPr>
            <p:ph type="ftr" sz="quarter" idx="11"/>
          </p:nvPr>
        </p:nvSpPr>
        <p:spPr/>
        <p:txBody>
          <a:bodyPr/>
          <a:lstStyle/>
          <a:p>
            <a:r>
              <a:rPr lang="en-US"/>
              <a:t>Chapter 4. Requirements engineering</a:t>
            </a:r>
          </a:p>
        </p:txBody>
      </p:sp>
      <p:sp>
        <p:nvSpPr>
          <p:cNvPr id="6" name="Slide Number Placeholder 5"/>
          <p:cNvSpPr>
            <a:spLocks noGrp="1"/>
          </p:cNvSpPr>
          <p:nvPr>
            <p:ph type="sldNum" sz="quarter" idx="12"/>
          </p:nvPr>
        </p:nvSpPr>
        <p:spPr/>
        <p:txBody>
          <a:bodyPr/>
          <a:lstStyle/>
          <a:p>
            <a:fld id="{825F70CE-84E9-D04C-9B15-10C693AA0F2A}" type="slidenum">
              <a:rPr lang="en-US" smtClean="0"/>
              <a:pPr/>
              <a:t>45</a:t>
            </a:fld>
            <a:endParaRPr lang="en-US"/>
          </a:p>
        </p:txBody>
      </p:sp>
      <p:sp>
        <p:nvSpPr>
          <p:cNvPr id="7" name="Date Placeholder 6"/>
          <p:cNvSpPr>
            <a:spLocks noGrp="1"/>
          </p:cNvSpPr>
          <p:nvPr>
            <p:ph type="dt" sz="half" idx="4294967295"/>
          </p:nvPr>
        </p:nvSpPr>
        <p:spPr>
          <a:xfrm>
            <a:off x="0" y="6470650"/>
            <a:ext cx="2154238" cy="274638"/>
          </a:xfrm>
        </p:spPr>
        <p:txBody>
          <a:bodyPr/>
          <a:lstStyle/>
          <a:p>
            <a:r>
              <a:rPr lang="en-US"/>
              <a:t>Sep 2019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endParaRPr lang="en-US" dirty="0"/>
          </a:p>
        </p:txBody>
      </p:sp>
      <p:sp>
        <p:nvSpPr>
          <p:cNvPr id="3" name="Content Placeholder 2"/>
          <p:cNvSpPr>
            <a:spLocks noGrp="1"/>
          </p:cNvSpPr>
          <p:nvPr>
            <p:ph idx="1"/>
          </p:nvPr>
        </p:nvSpPr>
        <p:spPr/>
        <p:txBody>
          <a:bodyPr>
            <a:normAutofit fontScale="92500" lnSpcReduction="20000"/>
          </a:bodyPr>
          <a:lstStyle/>
          <a:p>
            <a:r>
              <a:rPr lang="en-US" dirty="0">
                <a:solidFill>
                  <a:schemeClr val="bg1">
                    <a:lumMod val="85000"/>
                  </a:schemeClr>
                </a:solidFill>
              </a:rPr>
              <a:t>Course’s project</a:t>
            </a:r>
          </a:p>
          <a:p>
            <a:r>
              <a:rPr lang="en-US" dirty="0">
                <a:solidFill>
                  <a:schemeClr val="bg1">
                    <a:lumMod val="85000"/>
                  </a:schemeClr>
                </a:solidFill>
              </a:rPr>
              <a:t>Functional and non-functional requirements</a:t>
            </a:r>
            <a:endParaRPr lang="en-GB" dirty="0">
              <a:solidFill>
                <a:schemeClr val="bg1">
                  <a:lumMod val="85000"/>
                </a:schemeClr>
              </a:solidFill>
            </a:endParaRPr>
          </a:p>
          <a:p>
            <a:r>
              <a:rPr lang="en-US" dirty="0">
                <a:solidFill>
                  <a:schemeClr val="bg1">
                    <a:lumMod val="85000"/>
                  </a:schemeClr>
                </a:solidFill>
              </a:rPr>
              <a:t>Requirements engineering processes</a:t>
            </a:r>
          </a:p>
          <a:p>
            <a:r>
              <a:rPr lang="en-US" dirty="0">
                <a:solidFill>
                  <a:schemeClr val="bg1">
                    <a:lumMod val="85000"/>
                  </a:schemeClr>
                </a:solidFill>
              </a:rPr>
              <a:t>Requirements elicitation</a:t>
            </a:r>
          </a:p>
          <a:p>
            <a:r>
              <a:rPr lang="en-GB" dirty="0">
                <a:solidFill>
                  <a:schemeClr val="bg1">
                    <a:lumMod val="85000"/>
                  </a:schemeClr>
                </a:solidFill>
              </a:rPr>
              <a:t>Quality of requirements</a:t>
            </a:r>
          </a:p>
          <a:p>
            <a:r>
              <a:rPr lang="en-US" dirty="0">
                <a:solidFill>
                  <a:schemeClr val="bg1">
                    <a:lumMod val="85000"/>
                  </a:schemeClr>
                </a:solidFill>
              </a:rPr>
              <a:t>Requirements </a:t>
            </a:r>
            <a:r>
              <a:rPr lang="en-GB" dirty="0">
                <a:solidFill>
                  <a:schemeClr val="bg1">
                    <a:lumMod val="85000"/>
                  </a:schemeClr>
                </a:solidFill>
              </a:rPr>
              <a:t>specification</a:t>
            </a:r>
          </a:p>
          <a:p>
            <a:r>
              <a:rPr lang="en-GB" dirty="0">
                <a:solidFill>
                  <a:schemeClr val="bg1">
                    <a:lumMod val="85000"/>
                  </a:schemeClr>
                </a:solidFill>
              </a:rPr>
              <a:t>Requirement in Agile</a:t>
            </a:r>
          </a:p>
          <a:p>
            <a:r>
              <a:rPr lang="en-US" dirty="0">
                <a:solidFill>
                  <a:schemeClr val="bg1">
                    <a:lumMod val="85000"/>
                  </a:schemeClr>
                </a:solidFill>
              </a:rPr>
              <a:t>Requirements validation</a:t>
            </a:r>
            <a:endParaRPr lang="en-GB" dirty="0">
              <a:solidFill>
                <a:schemeClr val="bg1">
                  <a:lumMod val="85000"/>
                </a:schemeClr>
              </a:solidFill>
            </a:endParaRPr>
          </a:p>
          <a:p>
            <a:r>
              <a:rPr lang="en-US" dirty="0"/>
              <a:t>Requirements change</a:t>
            </a:r>
            <a:endParaRPr lang="en-GB"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46</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785069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5D357-0EE2-0A01-EA2A-171CA5E61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266BE-56DE-F6E4-82D1-3B7F68BB3C39}"/>
              </a:ext>
            </a:extLst>
          </p:cNvPr>
          <p:cNvSpPr>
            <a:spLocks noGrp="1"/>
          </p:cNvSpPr>
          <p:nvPr>
            <p:ph type="title"/>
          </p:nvPr>
        </p:nvSpPr>
        <p:spPr/>
        <p:txBody>
          <a:bodyPr/>
          <a:lstStyle/>
          <a:p>
            <a:r>
              <a:rPr lang="en-US" dirty="0"/>
              <a:t>Requirements change</a:t>
            </a:r>
          </a:p>
        </p:txBody>
      </p:sp>
      <p:sp>
        <p:nvSpPr>
          <p:cNvPr id="15" name="Text Placeholder 14">
            <a:extLst>
              <a:ext uri="{FF2B5EF4-FFF2-40B4-BE49-F238E27FC236}">
                <a16:creationId xmlns:a16="http://schemas.microsoft.com/office/drawing/2014/main" id="{B09CED05-720C-723F-76F1-2152E50BBCD9}"/>
              </a:ext>
            </a:extLst>
          </p:cNvPr>
          <p:cNvSpPr>
            <a:spLocks noGrp="1"/>
          </p:cNvSpPr>
          <p:nvPr>
            <p:ph type="body" idx="1"/>
          </p:nvPr>
        </p:nvSpPr>
        <p:spPr/>
        <p:txBody>
          <a:bodyPr/>
          <a:lstStyle/>
          <a:p>
            <a:endParaRPr lang="nb-NO"/>
          </a:p>
        </p:txBody>
      </p:sp>
      <p:sp>
        <p:nvSpPr>
          <p:cNvPr id="5" name="Footer Placeholder 4">
            <a:extLst>
              <a:ext uri="{FF2B5EF4-FFF2-40B4-BE49-F238E27FC236}">
                <a16:creationId xmlns:a16="http://schemas.microsoft.com/office/drawing/2014/main" id="{5ABEE4DD-3BF6-7F8E-B382-0A8C7CB7612B}"/>
              </a:ext>
            </a:extLst>
          </p:cNvPr>
          <p:cNvSpPr>
            <a:spLocks noGrp="1"/>
          </p:cNvSpPr>
          <p:nvPr>
            <p:ph type="ftr" sz="quarter" idx="11"/>
          </p:nvPr>
        </p:nvSpPr>
        <p:spPr/>
        <p:txBody>
          <a:bodyPr/>
          <a:lstStyle/>
          <a:p>
            <a:r>
              <a:rPr lang="en-US"/>
              <a:t>Chapter 4. Requirements engineering</a:t>
            </a:r>
          </a:p>
        </p:txBody>
      </p:sp>
      <p:sp>
        <p:nvSpPr>
          <p:cNvPr id="6" name="Slide Number Placeholder 5">
            <a:extLst>
              <a:ext uri="{FF2B5EF4-FFF2-40B4-BE49-F238E27FC236}">
                <a16:creationId xmlns:a16="http://schemas.microsoft.com/office/drawing/2014/main" id="{862FD1BF-D534-6FF9-36C4-94ECA14463A5}"/>
              </a:ext>
            </a:extLst>
          </p:cNvPr>
          <p:cNvSpPr>
            <a:spLocks noGrp="1"/>
          </p:cNvSpPr>
          <p:nvPr>
            <p:ph type="sldNum" sz="quarter" idx="12"/>
          </p:nvPr>
        </p:nvSpPr>
        <p:spPr/>
        <p:txBody>
          <a:bodyPr/>
          <a:lstStyle/>
          <a:p>
            <a:fld id="{87BA459C-C1F9-AB4D-8E61-68C53B56A064}" type="slidenum">
              <a:rPr lang="en-US" smtClean="0"/>
              <a:pPr/>
              <a:t>47</a:t>
            </a:fld>
            <a:endParaRPr lang="en-US"/>
          </a:p>
        </p:txBody>
      </p:sp>
      <p:sp>
        <p:nvSpPr>
          <p:cNvPr id="4" name="Date Placeholder 3">
            <a:extLst>
              <a:ext uri="{FF2B5EF4-FFF2-40B4-BE49-F238E27FC236}">
                <a16:creationId xmlns:a16="http://schemas.microsoft.com/office/drawing/2014/main" id="{5E225F26-6182-5F1C-4D1B-B66061CBD74A}"/>
              </a:ext>
            </a:extLst>
          </p:cNvPr>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061011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Changing requirements</a:t>
            </a:r>
            <a:endParaRPr lang="en-US" dirty="0"/>
          </a:p>
        </p:txBody>
      </p:sp>
      <p:sp>
        <p:nvSpPr>
          <p:cNvPr id="3" name="Content Placeholder 2"/>
          <p:cNvSpPr>
            <a:spLocks noGrp="1"/>
          </p:cNvSpPr>
          <p:nvPr>
            <p:ph idx="1"/>
          </p:nvPr>
        </p:nvSpPr>
        <p:spPr/>
        <p:txBody>
          <a:bodyPr>
            <a:normAutofit fontScale="92500" lnSpcReduction="20000"/>
          </a:bodyPr>
          <a:lstStyle/>
          <a:p>
            <a:pPr>
              <a:lnSpc>
                <a:spcPct val="150000"/>
              </a:lnSpc>
            </a:pPr>
            <a:r>
              <a:rPr lang="en-US" dirty="0"/>
              <a:t>The business and technical environment of the system always changes after installation. </a:t>
            </a:r>
          </a:p>
          <a:p>
            <a:pPr>
              <a:lnSpc>
                <a:spcPct val="150000"/>
              </a:lnSpc>
            </a:pPr>
            <a:r>
              <a:rPr lang="en-US" dirty="0"/>
              <a:t>The people who pay for a system and the users of that system are rarely the same people. </a:t>
            </a:r>
          </a:p>
          <a:p>
            <a:pPr>
              <a:lnSpc>
                <a:spcPct val="150000"/>
              </a:lnSpc>
            </a:pPr>
            <a:r>
              <a:rPr lang="en-US" dirty="0"/>
              <a:t>Large systems usually have a diverse user community, with many users having different requirements and priorities that may be conflicting or contradictory. </a:t>
            </a:r>
          </a:p>
        </p:txBody>
      </p:sp>
      <p:sp>
        <p:nvSpPr>
          <p:cNvPr id="4" name="Footer Placeholder 3"/>
          <p:cNvSpPr>
            <a:spLocks noGrp="1"/>
          </p:cNvSpPr>
          <p:nvPr>
            <p:ph type="ftr" sz="quarter" idx="11"/>
          </p:nvPr>
        </p:nvSpPr>
        <p:spPr/>
        <p:txBody>
          <a:bodyPr/>
          <a:lstStyle/>
          <a:p>
            <a:r>
              <a:rPr lang="en-US"/>
              <a:t>Chapter 4. Requirements engineering</a:t>
            </a:r>
          </a:p>
        </p:txBody>
      </p:sp>
      <p:sp>
        <p:nvSpPr>
          <p:cNvPr id="5" name="Slide Number Placeholder 4"/>
          <p:cNvSpPr>
            <a:spLocks noGrp="1"/>
          </p:cNvSpPr>
          <p:nvPr>
            <p:ph type="sldNum" sz="quarter" idx="12"/>
          </p:nvPr>
        </p:nvSpPr>
        <p:spPr/>
        <p:txBody>
          <a:bodyPr/>
          <a:lstStyle/>
          <a:p>
            <a:fld id="{825F70CE-84E9-D04C-9B15-10C693AA0F2A}" type="slidenum">
              <a:rPr lang="en-US" smtClean="0"/>
              <a:pPr/>
              <a:t>48</a:t>
            </a:fld>
            <a:endParaRPr lang="en-US"/>
          </a:p>
        </p:txBody>
      </p:sp>
      <p:sp>
        <p:nvSpPr>
          <p:cNvPr id="6" name="Date Placeholder 5"/>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878126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normAutofit fontScale="77500" lnSpcReduction="20000"/>
          </a:bodyPr>
          <a:lstStyle/>
          <a:p>
            <a:pPr>
              <a:lnSpc>
                <a:spcPct val="160000"/>
              </a:lnSpc>
            </a:pPr>
            <a:r>
              <a:rPr lang="en-GB" dirty="0"/>
              <a:t>Requirements management is the process of managing changing requirements during the requirements engineering process and system development.</a:t>
            </a:r>
          </a:p>
          <a:p>
            <a:pPr>
              <a:lnSpc>
                <a:spcPct val="160000"/>
              </a:lnSpc>
            </a:pPr>
            <a:r>
              <a:rPr lang="en-GB" dirty="0"/>
              <a:t>New requirements emerge as a system is being developed and after it has gone into use.</a:t>
            </a:r>
          </a:p>
          <a:p>
            <a:pPr>
              <a:lnSpc>
                <a:spcPct val="160000"/>
              </a:lnSpc>
            </a:pPr>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p>
        </p:txBody>
      </p:sp>
      <p:sp>
        <p:nvSpPr>
          <p:cNvPr id="5" name="Footer Placeholder 4"/>
          <p:cNvSpPr>
            <a:spLocks noGrp="1"/>
          </p:cNvSpPr>
          <p:nvPr>
            <p:ph type="ftr" sz="quarter" idx="11"/>
          </p:nvPr>
        </p:nvSpPr>
        <p:spPr/>
        <p:txBody>
          <a:bodyPr/>
          <a:lstStyle/>
          <a:p>
            <a:r>
              <a:rPr lang="en-US"/>
              <a:t>Chapter 4. Requirements engineering</a:t>
            </a:r>
          </a:p>
        </p:txBody>
      </p:sp>
      <p:sp>
        <p:nvSpPr>
          <p:cNvPr id="4" name="Slide Number Placeholder 3"/>
          <p:cNvSpPr>
            <a:spLocks noGrp="1"/>
          </p:cNvSpPr>
          <p:nvPr>
            <p:ph type="sldNum" sz="quarter" idx="12"/>
          </p:nvPr>
        </p:nvSpPr>
        <p:spPr/>
        <p:txBody>
          <a:bodyPr/>
          <a:lstStyle/>
          <a:p>
            <a:fld id="{825F70CE-84E9-D04C-9B15-10C693AA0F2A}" type="slidenum">
              <a:rPr lang="en-US" smtClean="0"/>
              <a:pPr/>
              <a:t>49</a:t>
            </a:fld>
            <a:endParaRPr lang="en-US"/>
          </a:p>
        </p:txBody>
      </p:sp>
      <p:sp>
        <p:nvSpPr>
          <p:cNvPr id="2" name="Date Placeholder 1"/>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11381950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Requirements management planning</a:t>
            </a:r>
            <a:endParaRPr lang="en-US" dirty="0"/>
          </a:p>
        </p:txBody>
      </p:sp>
      <p:sp>
        <p:nvSpPr>
          <p:cNvPr id="3" name="Content Placeholder 2"/>
          <p:cNvSpPr>
            <a:spLocks noGrp="1"/>
          </p:cNvSpPr>
          <p:nvPr>
            <p:ph idx="1"/>
          </p:nvPr>
        </p:nvSpPr>
        <p:spPr/>
        <p:txBody>
          <a:bodyPr>
            <a:normAutofit fontScale="92500" lnSpcReduction="10000"/>
          </a:bodyPr>
          <a:lstStyle/>
          <a:p>
            <a:pPr>
              <a:lnSpc>
                <a:spcPct val="150000"/>
              </a:lnSpc>
            </a:pPr>
            <a:r>
              <a:rPr lang="en-US" dirty="0"/>
              <a:t>Establishes the level of requirements management detail that is required.</a:t>
            </a:r>
          </a:p>
          <a:p>
            <a:pPr>
              <a:lnSpc>
                <a:spcPct val="150000"/>
              </a:lnSpc>
            </a:pPr>
            <a:r>
              <a:rPr lang="en-US" dirty="0"/>
              <a:t>Requirements management decisions:</a:t>
            </a:r>
          </a:p>
          <a:p>
            <a:pPr lvl="1">
              <a:lnSpc>
                <a:spcPct val="150000"/>
              </a:lnSpc>
            </a:pPr>
            <a:r>
              <a:rPr lang="en-US" dirty="0"/>
              <a:t>Requirements identification</a:t>
            </a:r>
            <a:endParaRPr lang="en-GB" dirty="0"/>
          </a:p>
          <a:p>
            <a:pPr lvl="1">
              <a:lnSpc>
                <a:spcPct val="150000"/>
              </a:lnSpc>
            </a:pPr>
            <a:r>
              <a:rPr lang="en-US" dirty="0"/>
              <a:t>A change management process</a:t>
            </a:r>
          </a:p>
          <a:p>
            <a:pPr lvl="1">
              <a:lnSpc>
                <a:spcPct val="150000"/>
              </a:lnSpc>
            </a:pPr>
            <a:r>
              <a:rPr lang="en-US" dirty="0"/>
              <a:t>Traceability policies</a:t>
            </a:r>
            <a:endParaRPr lang="en-GB" dirty="0"/>
          </a:p>
          <a:p>
            <a:pPr lvl="1">
              <a:lnSpc>
                <a:spcPct val="150000"/>
              </a:lnSpc>
            </a:pPr>
            <a:r>
              <a:rPr lang="en-US" dirty="0"/>
              <a:t>Tool support</a:t>
            </a:r>
            <a:endParaRPr lang="en-GB" dirty="0"/>
          </a:p>
          <a:p>
            <a:pPr>
              <a:lnSpc>
                <a:spcPct val="150000"/>
              </a:lnSpc>
            </a:pPr>
            <a:endParaRPr lang="en-US"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50</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4824859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Requirements change management</a:t>
            </a:r>
            <a:endParaRPr lang="en-US" dirty="0"/>
          </a:p>
        </p:txBody>
      </p:sp>
      <p:sp>
        <p:nvSpPr>
          <p:cNvPr id="3" name="Content Placeholder 2"/>
          <p:cNvSpPr>
            <a:spLocks noGrp="1"/>
          </p:cNvSpPr>
          <p:nvPr>
            <p:ph idx="1"/>
          </p:nvPr>
        </p:nvSpPr>
        <p:spPr/>
        <p:txBody>
          <a:bodyPr/>
          <a:lstStyle/>
          <a:p>
            <a:pPr>
              <a:lnSpc>
                <a:spcPct val="150000"/>
              </a:lnSpc>
            </a:pPr>
            <a:r>
              <a:rPr lang="en-US" dirty="0"/>
              <a:t>Deciding if a requirements change should be accepted</a:t>
            </a:r>
          </a:p>
          <a:p>
            <a:pPr lvl="1">
              <a:lnSpc>
                <a:spcPct val="150000"/>
              </a:lnSpc>
            </a:pPr>
            <a:r>
              <a:rPr lang="en-US" dirty="0"/>
              <a:t>Problem analysis and change specification </a:t>
            </a:r>
          </a:p>
          <a:p>
            <a:pPr lvl="1">
              <a:lnSpc>
                <a:spcPct val="150000"/>
              </a:lnSpc>
            </a:pPr>
            <a:r>
              <a:rPr lang="en-US" dirty="0"/>
              <a:t>Change analysis and costing </a:t>
            </a:r>
          </a:p>
          <a:p>
            <a:pPr lvl="1">
              <a:lnSpc>
                <a:spcPct val="150000"/>
              </a:lnSpc>
            </a:pPr>
            <a:r>
              <a:rPr lang="en-US" dirty="0"/>
              <a:t>Change implementation </a:t>
            </a: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51</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pic>
        <p:nvPicPr>
          <p:cNvPr id="11" name="Picture 10" descr="4.18 ReqChangeMan.eps"/>
          <p:cNvPicPr>
            <a:picLocks noChangeAspect="1"/>
          </p:cNvPicPr>
          <p:nvPr/>
        </p:nvPicPr>
        <p:blipFill>
          <a:blip r:embed="rId3"/>
          <a:stretch>
            <a:fillRect/>
          </a:stretch>
        </p:blipFill>
        <p:spPr>
          <a:xfrm>
            <a:off x="1765024" y="4797152"/>
            <a:ext cx="8661952" cy="10541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a:t>Response</a:t>
            </a:r>
            <a:r>
              <a:rPr lang="nb-NO" dirty="0"/>
              <a:t> to </a:t>
            </a:r>
            <a:r>
              <a:rPr lang="nb-NO" dirty="0" err="1"/>
              <a:t>change</a:t>
            </a:r>
            <a:r>
              <a:rPr lang="nb-NO" dirty="0"/>
              <a:t>: AGILE </a:t>
            </a:r>
            <a:r>
              <a:rPr lang="nb-NO" dirty="0" err="1"/>
              <a:t>approach</a:t>
            </a:r>
            <a:r>
              <a:rPr lang="nb-NO" dirty="0"/>
              <a:t>!</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pic>
        <p:nvPicPr>
          <p:cNvPr id="10242" name="Picture 2" descr="Cost change curve of traditional and agile methodology [23].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513" y="1942146"/>
            <a:ext cx="7088097" cy="3897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1971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endParaRPr lang="en-US" dirty="0"/>
          </a:p>
        </p:txBody>
      </p:sp>
      <p:sp>
        <p:nvSpPr>
          <p:cNvPr id="3" name="Content Placeholder 2"/>
          <p:cNvSpPr>
            <a:spLocks noGrp="1"/>
          </p:cNvSpPr>
          <p:nvPr>
            <p:ph idx="1"/>
          </p:nvPr>
        </p:nvSpPr>
        <p:spPr/>
        <p:txBody>
          <a:bodyPr/>
          <a:lstStyle/>
          <a:p>
            <a:r>
              <a:rPr lang="en-US"/>
              <a:t>Requirements: what the system should do and constraints on its operation and implementation.</a:t>
            </a:r>
            <a:endParaRPr lang="en-GB"/>
          </a:p>
          <a:p>
            <a:r>
              <a:rPr lang="en-US"/>
              <a:t>Functional requirements = the services</a:t>
            </a:r>
            <a:endParaRPr lang="en-GB"/>
          </a:p>
          <a:p>
            <a:r>
              <a:rPr lang="en-US"/>
              <a:t>Non-functional requirements = constraints (development &amp; use)</a:t>
            </a:r>
          </a:p>
          <a:p>
            <a:pPr lvl="1"/>
            <a:r>
              <a:rPr lang="en-US"/>
              <a:t>apply to the system as a whole.</a:t>
            </a:r>
            <a:endParaRPr lang="en-GB"/>
          </a:p>
          <a:p>
            <a:r>
              <a:rPr lang="en-US"/>
              <a:t>The software requirements document (i.e. SRS) is an agreed statement of the system requirements. </a:t>
            </a:r>
          </a:p>
          <a:p>
            <a:r>
              <a:rPr lang="en-US"/>
              <a:t>The RE process is an iterative process</a:t>
            </a:r>
          </a:p>
          <a:p>
            <a:pPr lvl="1"/>
            <a:r>
              <a:rPr lang="en-US"/>
              <a:t>requirements elicitation, specification and validation.</a:t>
            </a:r>
            <a:endParaRPr lang="en-GB"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53</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extLst>
      <p:ext uri="{BB962C8B-B14F-4D97-AF65-F5344CB8AC3E}">
        <p14:creationId xmlns:p14="http://schemas.microsoft.com/office/powerpoint/2010/main" val="39285222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 (cont.)</a:t>
            </a:r>
            <a:endParaRPr lang="en-US" dirty="0"/>
          </a:p>
        </p:txBody>
      </p:sp>
      <p:sp>
        <p:nvSpPr>
          <p:cNvPr id="3" name="Content Placeholder 2"/>
          <p:cNvSpPr>
            <a:spLocks noGrp="1"/>
          </p:cNvSpPr>
          <p:nvPr>
            <p:ph idx="1"/>
          </p:nvPr>
        </p:nvSpPr>
        <p:spPr/>
        <p:txBody>
          <a:bodyPr>
            <a:normAutofit fontScale="92500" lnSpcReduction="20000"/>
          </a:bodyPr>
          <a:lstStyle/>
          <a:p>
            <a:r>
              <a:rPr lang="en-US"/>
              <a:t>Requirements elicitation and analysis = iterative process </a:t>
            </a:r>
          </a:p>
          <a:p>
            <a:pPr lvl="1"/>
            <a:r>
              <a:rPr lang="en-US"/>
              <a:t>requirements discovery, classification and organization, negotiation and requirements documentation.</a:t>
            </a:r>
            <a:endParaRPr lang="en-GB"/>
          </a:p>
          <a:p>
            <a:r>
              <a:rPr lang="en-US"/>
              <a:t>Techniques for requirements elicitation</a:t>
            </a:r>
          </a:p>
          <a:p>
            <a:pPr lvl="1"/>
            <a:r>
              <a:rPr lang="en-US"/>
              <a:t>interviews, scenarios, use-cases and ethnography, etc.</a:t>
            </a:r>
          </a:p>
          <a:p>
            <a:r>
              <a:rPr lang="en-US"/>
              <a:t>Requirements validation = checking the requirements</a:t>
            </a:r>
          </a:p>
          <a:p>
            <a:pPr lvl="1"/>
            <a:r>
              <a:rPr lang="en-US"/>
              <a:t>for validity, consistency, completeness, realism and verifiability. </a:t>
            </a:r>
            <a:endParaRPr lang="en-GB"/>
          </a:p>
          <a:p>
            <a:r>
              <a:rPr lang="en-US"/>
              <a:t>Business, organizational and technical changes inevitably </a:t>
            </a:r>
          </a:p>
          <a:p>
            <a:pPr lvl="1"/>
            <a:r>
              <a:rPr lang="en-US"/>
              <a:t>=&gt; changes to the requirements for a software system. 	</a:t>
            </a:r>
          </a:p>
          <a:p>
            <a:r>
              <a:rPr lang="en-US"/>
              <a:t>Requirements management = managing and controlling the requirement changes.</a:t>
            </a:r>
            <a:endParaRPr lang="en-GB"/>
          </a:p>
          <a:p>
            <a:endParaRPr lang="en-US" dirty="0"/>
          </a:p>
        </p:txBody>
      </p:sp>
      <p:sp>
        <p:nvSpPr>
          <p:cNvPr id="7" name="Footer Placeholder 6"/>
          <p:cNvSpPr>
            <a:spLocks noGrp="1"/>
          </p:cNvSpPr>
          <p:nvPr>
            <p:ph type="ftr" sz="quarter" idx="11"/>
          </p:nvPr>
        </p:nvSpPr>
        <p:spPr/>
        <p:txBody>
          <a:bodyPr/>
          <a:lstStyle/>
          <a:p>
            <a:r>
              <a:rPr lang="en-US"/>
              <a:t>Chapter 4. Requirements engineering</a:t>
            </a:r>
          </a:p>
        </p:txBody>
      </p:sp>
      <p:sp>
        <p:nvSpPr>
          <p:cNvPr id="8" name="Slide Number Placeholder 7"/>
          <p:cNvSpPr>
            <a:spLocks noGrp="1"/>
          </p:cNvSpPr>
          <p:nvPr>
            <p:ph type="sldNum" sz="quarter" idx="12"/>
          </p:nvPr>
        </p:nvSpPr>
        <p:spPr/>
        <p:txBody>
          <a:bodyPr/>
          <a:lstStyle/>
          <a:p>
            <a:fld id="{825F70CE-84E9-D04C-9B15-10C693AA0F2A}" type="slidenum">
              <a:rPr lang="en-US" smtClean="0"/>
              <a:pPr/>
              <a:t>54</a:t>
            </a:fld>
            <a:endParaRPr lang="en-US"/>
          </a:p>
        </p:txBody>
      </p:sp>
      <p:sp>
        <p:nvSpPr>
          <p:cNvPr id="9" name="Date Placeholder 8"/>
          <p:cNvSpPr>
            <a:spLocks noGrp="1"/>
          </p:cNvSpPr>
          <p:nvPr>
            <p:ph type="dt" sz="half" idx="4294967295"/>
          </p:nvPr>
        </p:nvSpPr>
        <p:spPr>
          <a:xfrm>
            <a:off x="0" y="6470650"/>
            <a:ext cx="2154238" cy="274638"/>
          </a:xfrm>
        </p:spPr>
        <p:txBody>
          <a:bodyPr/>
          <a:lstStyle/>
          <a:p>
            <a:r>
              <a:rPr lang="en-US"/>
              <a:t>Sep 2019</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_SE2019s1">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_SE2019s1" id="{E4EA5176-60B7-4738-A39A-85EA610AC46B}" vid="{8416C537-BC8A-42C5-99D5-28933A3097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Theme_SE2019s1</Template>
  <TotalTime>7728</TotalTime>
  <Words>2954</Words>
  <Application>Microsoft Macintosh PowerPoint</Application>
  <PresentationFormat>Widescreen</PresentationFormat>
  <Paragraphs>594</Paragraphs>
  <Slides>54</Slides>
  <Notes>45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Calibri</vt:lpstr>
      <vt:lpstr>Consolas</vt:lpstr>
      <vt:lpstr>Times New Roman</vt:lpstr>
      <vt:lpstr>Tw Cen MT</vt:lpstr>
      <vt:lpstr>Tw Cen MT Condensed</vt:lpstr>
      <vt:lpstr>Wingdings</vt:lpstr>
      <vt:lpstr>Wingdings 3</vt:lpstr>
      <vt:lpstr>Theme_SE2019s1</vt:lpstr>
      <vt:lpstr>Chapter 3 – Requirements Engineering</vt:lpstr>
      <vt:lpstr>Topics covered</vt:lpstr>
      <vt:lpstr>Topics covered</vt:lpstr>
      <vt:lpstr>FUNCTIONAL &amp; NON-FUNCTIONAL REQUIREMENTS</vt:lpstr>
      <vt:lpstr>PowerPoint Presentation</vt:lpstr>
      <vt:lpstr>What is a requirement?</vt:lpstr>
      <vt:lpstr>Functional requirements</vt:lpstr>
      <vt:lpstr>NON-Functional requirements</vt:lpstr>
      <vt:lpstr>NON-Functional requirements</vt:lpstr>
      <vt:lpstr>Goals vs. requirements</vt:lpstr>
      <vt:lpstr>Goals vs. requirements (cont.)</vt:lpstr>
      <vt:lpstr>Non-functional requirements</vt:lpstr>
      <vt:lpstr>System stakeholders</vt:lpstr>
      <vt:lpstr>Topics covered</vt:lpstr>
      <vt:lpstr>REQUIREMENTS ENGINEERING PROCESSES</vt:lpstr>
      <vt:lpstr>Requirements engineering processes</vt:lpstr>
      <vt:lpstr>A spiral view of the process </vt:lpstr>
      <vt:lpstr>Topics covered</vt:lpstr>
      <vt:lpstr>Requirements elicitation and analysis</vt:lpstr>
      <vt:lpstr>Problems of requirements elicitation</vt:lpstr>
      <vt:lpstr>The requirements elicitation and analysis process </vt:lpstr>
      <vt:lpstr>Requirements discovery</vt:lpstr>
      <vt:lpstr>Discovery technique - Interviewing</vt:lpstr>
      <vt:lpstr>Discovery technique - Ethnography</vt:lpstr>
      <vt:lpstr>Topics covered</vt:lpstr>
      <vt:lpstr>Requirements specification</vt:lpstr>
      <vt:lpstr>Requirements specification</vt:lpstr>
      <vt:lpstr>Ways of writing a system requirements specification </vt:lpstr>
      <vt:lpstr>Ways of writing a system requirements specification </vt:lpstr>
      <vt:lpstr>Ways of writing a system requirements specification </vt:lpstr>
      <vt:lpstr>Structured specifications</vt:lpstr>
      <vt:lpstr>PowerPoint Presentation</vt:lpstr>
      <vt:lpstr>Tabular specification</vt:lpstr>
      <vt:lpstr>Use-case diagram</vt:lpstr>
      <vt:lpstr>Use-case diagram</vt:lpstr>
      <vt:lpstr>USE-CASE DESCRIPTION</vt:lpstr>
      <vt:lpstr>PowerPoint Presentation</vt:lpstr>
      <vt:lpstr>COMMON MISTAKES</vt:lpstr>
      <vt:lpstr>Agile methods and requirements</vt:lpstr>
      <vt:lpstr>USER STORY</vt:lpstr>
      <vt:lpstr>Example</vt:lpstr>
      <vt:lpstr>Topics covered</vt:lpstr>
      <vt:lpstr>Requirements validation</vt:lpstr>
      <vt:lpstr>Requirements checking</vt:lpstr>
      <vt:lpstr>Requirements validation techniques</vt:lpstr>
      <vt:lpstr>Topics covered</vt:lpstr>
      <vt:lpstr>Requirements change</vt:lpstr>
      <vt:lpstr>Changing requirements</vt:lpstr>
      <vt:lpstr>Requirements management</vt:lpstr>
      <vt:lpstr>Requirements management planning</vt:lpstr>
      <vt:lpstr>Requirements change management</vt:lpstr>
      <vt:lpstr>Response to change: AGILE approach!</vt:lpstr>
      <vt:lpstr>Summary</vt:lpstr>
      <vt:lpstr>Summary (cont.)</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chap4. req. engineering</dc:title>
  <dc:creator>Thang Bui</dc:creator>
  <cp:lastModifiedBy>Tâm Nguyễn</cp:lastModifiedBy>
  <cp:revision>217</cp:revision>
  <cp:lastPrinted>2017-12-20T07:06:00Z</cp:lastPrinted>
  <dcterms:created xsi:type="dcterms:W3CDTF">2010-01-08T19:43:52Z</dcterms:created>
  <dcterms:modified xsi:type="dcterms:W3CDTF">2026-09-09T22:42:05Z</dcterms:modified>
</cp:coreProperties>
</file>